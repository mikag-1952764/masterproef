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85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 err="1"/>
            <a:t>Ondertekende</a:t>
          </a:r>
          <a:r>
            <a:rPr lang="en-US" dirty="0"/>
            <a:t> </a:t>
          </a:r>
          <a:r>
            <a:rPr lang="en-US" dirty="0" err="1"/>
            <a:t>een</a:t>
          </a:r>
          <a:r>
            <a:rPr lang="en-US" dirty="0"/>
            <a:t> informed consent</a:t>
          </a:r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 err="1"/>
            <a:t>Ondertekende</a:t>
          </a:r>
          <a:r>
            <a:rPr lang="en-US" sz="2200" kern="1200" dirty="0"/>
            <a:t> </a:t>
          </a:r>
          <a:r>
            <a:rPr lang="en-US" sz="2200" kern="1200" dirty="0" err="1"/>
            <a:t>een</a:t>
          </a:r>
          <a:r>
            <a:rPr lang="en-US" sz="2200" kern="1200" dirty="0"/>
            <a:t> informed consent</a:t>
          </a:r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</a:t>
          </a:r>
          <a:r>
            <a:rPr lang="nl-BE" sz="2200" kern="1200" dirty="0" err="1"/>
            <a:t>Quiestionnaire</a:t>
          </a:r>
          <a:r>
            <a:rPr lang="nl-BE" sz="2200" kern="1200" dirty="0"/>
            <a:t> (UEQ)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3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endParaRPr lang="nl-BE" sz="28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116632"/>
            <a:ext cx="10972800" cy="433387"/>
          </a:xfrm>
        </p:spPr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744071" y="5877272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circulaire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hi-tree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805264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723964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6519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0000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</a:t>
            </a:r>
            <a:r>
              <a:rPr lang="nl-BE" sz="1600" dirty="0" err="1"/>
              <a:t>React</a:t>
            </a:r>
            <a:r>
              <a:rPr lang="nl-BE" sz="1600" dirty="0"/>
              <a:t> logo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Next.js logo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D3-library logo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1" y="1268760"/>
            <a:ext cx="5522621" cy="3384376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711077"/>
            <a:ext cx="550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</a:t>
            </a:r>
          </a:p>
          <a:p>
            <a:pPr algn="ctr"/>
            <a:r>
              <a:rPr lang="nl-BE" sz="1600" dirty="0"/>
              <a:t>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</a:t>
            </a:r>
          </a:p>
          <a:p>
            <a:pPr algn="ctr"/>
            <a:r>
              <a:rPr lang="nl-BE" sz="1600" dirty="0"/>
              <a:t>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4007768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782013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389578620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481</TotalTime>
  <Words>1337</Words>
  <Application>Microsoft Office PowerPoint</Application>
  <PresentationFormat>Breedbeeld</PresentationFormat>
  <Paragraphs>431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156</cp:revision>
  <dcterms:created xsi:type="dcterms:W3CDTF">2020-06-01T13:17:24Z</dcterms:created>
  <dcterms:modified xsi:type="dcterms:W3CDTF">2026-01-29T14:26:39Z</dcterms:modified>
</cp:coreProperties>
</file>