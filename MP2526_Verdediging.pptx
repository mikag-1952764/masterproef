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1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sldIdLst>
    <p:sldId id="256" r:id="rId2"/>
    <p:sldId id="264" r:id="rId3"/>
    <p:sldId id="261" r:id="rId4"/>
    <p:sldId id="262" r:id="rId5"/>
    <p:sldId id="260" r:id="rId6"/>
    <p:sldId id="265" r:id="rId7"/>
    <p:sldId id="266" r:id="rId8"/>
    <p:sldId id="268" r:id="rId9"/>
    <p:sldId id="269" r:id="rId10"/>
    <p:sldId id="271" r:id="rId11"/>
    <p:sldId id="272" r:id="rId12"/>
    <p:sldId id="278" r:id="rId13"/>
    <p:sldId id="274" r:id="rId14"/>
    <p:sldId id="279" r:id="rId15"/>
    <p:sldId id="283" r:id="rId16"/>
    <p:sldId id="281" r:id="rId17"/>
    <p:sldId id="286" r:id="rId18"/>
    <p:sldId id="287" r:id="rId19"/>
    <p:sldId id="310" r:id="rId20"/>
    <p:sldId id="290" r:id="rId21"/>
    <p:sldId id="291" r:id="rId22"/>
    <p:sldId id="293" r:id="rId23"/>
    <p:sldId id="300" r:id="rId24"/>
    <p:sldId id="301" r:id="rId25"/>
    <p:sldId id="302" r:id="rId26"/>
    <p:sldId id="297" r:id="rId27"/>
    <p:sldId id="304" r:id="rId28"/>
    <p:sldId id="305" r:id="rId29"/>
    <p:sldId id="307" r:id="rId30"/>
    <p:sldId id="306" r:id="rId31"/>
    <p:sldId id="309" r:id="rId32"/>
    <p:sldId id="273" r:id="rId33"/>
    <p:sldId id="308" r:id="rId34"/>
    <p:sldId id="282" r:id="rId35"/>
    <p:sldId id="294" r:id="rId36"/>
    <p:sldId id="295" r:id="rId37"/>
    <p:sldId id="292" r:id="rId38"/>
    <p:sldId id="303" r:id="rId39"/>
  </p:sldIdLst>
  <p:sldSz cx="12192000" cy="6858000"/>
  <p:notesSz cx="6858000" cy="9144000"/>
  <p:custDataLst>
    <p:tags r:id="rId41"/>
  </p:custDataLst>
  <p:defaultTextStyle>
    <a:defPPr>
      <a:defRPr lang="nl-B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64073"/>
    <a:srgbClr val="D94F20"/>
    <a:srgbClr val="811A20"/>
    <a:srgbClr val="18233A"/>
    <a:srgbClr val="631D1D"/>
    <a:srgbClr val="62616E"/>
    <a:srgbClr val="053C7B"/>
    <a:srgbClr val="ACD6E6"/>
    <a:srgbClr val="239B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70" autoAdjust="0"/>
    <p:restoredTop sz="73176" autoAdjust="0"/>
  </p:normalViewPr>
  <p:slideViewPr>
    <p:cSldViewPr>
      <p:cViewPr varScale="1">
        <p:scale>
          <a:sx n="118" d="100"/>
          <a:sy n="118" d="100"/>
        </p:scale>
        <p:origin x="1856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tags" Target="tags/tag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4" Type="http://schemas.openxmlformats.org/officeDocument/2006/relationships/image" Target="../media/image12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4" Type="http://schemas.openxmlformats.org/officeDocument/2006/relationships/image" Target="../media/image12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BB455F7-5F84-40FD-B7BA-52245D12B67C}" type="doc">
      <dgm:prSet loTypeId="urn:microsoft.com/office/officeart/2018/5/layout/CenteredIconLabelDescription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7E3F90A-167F-4058-BEDD-AA73590CF37A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nl-BE" dirty="0" err="1"/>
            <a:t>Threat</a:t>
          </a:r>
          <a:r>
            <a:rPr lang="nl-BE" dirty="0"/>
            <a:t> </a:t>
          </a:r>
          <a:r>
            <a:rPr lang="nl-BE" dirty="0" err="1"/>
            <a:t>modeling</a:t>
          </a:r>
          <a:endParaRPr lang="en-US" dirty="0"/>
        </a:p>
      </dgm:t>
    </dgm:pt>
    <dgm:pt modelId="{46A64E96-6BF9-4063-B448-B73E2E9CA7C1}" type="parTrans" cxnId="{6ABB62A2-F645-470D-9F75-71F8020D5478}">
      <dgm:prSet/>
      <dgm:spPr/>
      <dgm:t>
        <a:bodyPr/>
        <a:lstStyle/>
        <a:p>
          <a:endParaRPr lang="en-US"/>
        </a:p>
      </dgm:t>
    </dgm:pt>
    <dgm:pt modelId="{8A89B7EF-21B9-434B-9A74-262FC90295BB}" type="sibTrans" cxnId="{6ABB62A2-F645-470D-9F75-71F8020D5478}">
      <dgm:prSet/>
      <dgm:spPr/>
      <dgm:t>
        <a:bodyPr/>
        <a:lstStyle/>
        <a:p>
          <a:endParaRPr lang="en-US"/>
        </a:p>
      </dgm:t>
    </dgm:pt>
    <dgm:pt modelId="{751573BB-A373-4363-A0E1-53C550FF3833}">
      <dgm:prSet/>
      <dgm:spPr/>
      <dgm:t>
        <a:bodyPr/>
        <a:lstStyle/>
        <a:p>
          <a:pPr>
            <a:lnSpc>
              <a:spcPct val="100000"/>
            </a:lnSpc>
          </a:pPr>
          <a:r>
            <a:rPr lang="nl-BE"/>
            <a:t>Systematische techniek</a:t>
          </a:r>
          <a:endParaRPr lang="en-US"/>
        </a:p>
      </dgm:t>
    </dgm:pt>
    <dgm:pt modelId="{C3CB5EC2-C8F8-4D6F-8266-ACF9E3D862E2}" type="parTrans" cxnId="{DE434197-2100-4A8D-9232-87E4E2CC6FD4}">
      <dgm:prSet/>
      <dgm:spPr/>
      <dgm:t>
        <a:bodyPr/>
        <a:lstStyle/>
        <a:p>
          <a:endParaRPr lang="en-US"/>
        </a:p>
      </dgm:t>
    </dgm:pt>
    <dgm:pt modelId="{F4354797-4309-4FFE-A74F-4A5EEE92AB73}" type="sibTrans" cxnId="{DE434197-2100-4A8D-9232-87E4E2CC6FD4}">
      <dgm:prSet/>
      <dgm:spPr/>
      <dgm:t>
        <a:bodyPr/>
        <a:lstStyle/>
        <a:p>
          <a:endParaRPr lang="en-US"/>
        </a:p>
      </dgm:t>
    </dgm:pt>
    <dgm:pt modelId="{D6175A2A-ED79-4C16-8FA2-8125E74A22CC}">
      <dgm:prSet/>
      <dgm:spPr/>
      <dgm:t>
        <a:bodyPr/>
        <a:lstStyle/>
        <a:p>
          <a:pPr>
            <a:lnSpc>
              <a:spcPct val="100000"/>
            </a:lnSpc>
          </a:pPr>
          <a:r>
            <a:rPr lang="nl-BE" dirty="0"/>
            <a:t>Dreigingen:</a:t>
          </a:r>
          <a:endParaRPr lang="en-US" dirty="0"/>
        </a:p>
      </dgm:t>
    </dgm:pt>
    <dgm:pt modelId="{E441147E-8E1B-45C6-AA71-8837F5B6EDAD}" type="parTrans" cxnId="{907E455A-4CD0-4390-A96A-490B622EE30F}">
      <dgm:prSet/>
      <dgm:spPr/>
      <dgm:t>
        <a:bodyPr/>
        <a:lstStyle/>
        <a:p>
          <a:endParaRPr lang="en-US"/>
        </a:p>
      </dgm:t>
    </dgm:pt>
    <dgm:pt modelId="{7587E2B1-8F06-4AC2-BE56-1A3961D83B65}" type="sibTrans" cxnId="{907E455A-4CD0-4390-A96A-490B622EE30F}">
      <dgm:prSet/>
      <dgm:spPr/>
      <dgm:t>
        <a:bodyPr/>
        <a:lstStyle/>
        <a:p>
          <a:endParaRPr lang="en-US"/>
        </a:p>
      </dgm:t>
    </dgm:pt>
    <dgm:pt modelId="{1F7DD495-8349-446F-96CA-66905335B05B}">
      <dgm:prSet/>
      <dgm:spPr/>
      <dgm:t>
        <a:bodyPr/>
        <a:lstStyle/>
        <a:p>
          <a:r>
            <a:rPr lang="nl-BE" dirty="0"/>
            <a:t>Identificeren</a:t>
          </a:r>
          <a:endParaRPr lang="en-US" dirty="0"/>
        </a:p>
      </dgm:t>
    </dgm:pt>
    <dgm:pt modelId="{9503D542-37A3-4E0F-BAF3-E8AE513A493F}" type="parTrans" cxnId="{3209BD0B-F23C-4CD6-A977-8AAD7AD5F90A}">
      <dgm:prSet/>
      <dgm:spPr/>
      <dgm:t>
        <a:bodyPr/>
        <a:lstStyle/>
        <a:p>
          <a:endParaRPr lang="en-US"/>
        </a:p>
      </dgm:t>
    </dgm:pt>
    <dgm:pt modelId="{38BB0B3D-04FA-4963-9C57-A8AB44A0C54A}" type="sibTrans" cxnId="{3209BD0B-F23C-4CD6-A977-8AAD7AD5F90A}">
      <dgm:prSet/>
      <dgm:spPr/>
      <dgm:t>
        <a:bodyPr/>
        <a:lstStyle/>
        <a:p>
          <a:endParaRPr lang="en-US"/>
        </a:p>
      </dgm:t>
    </dgm:pt>
    <dgm:pt modelId="{9929466F-8CAB-46D5-91F2-9D6CD65727C8}">
      <dgm:prSet/>
      <dgm:spPr/>
      <dgm:t>
        <a:bodyPr/>
        <a:lstStyle/>
        <a:p>
          <a:r>
            <a:rPr lang="nl-BE" dirty="0"/>
            <a:t>Analyseren</a:t>
          </a:r>
          <a:endParaRPr lang="en-US" dirty="0"/>
        </a:p>
      </dgm:t>
    </dgm:pt>
    <dgm:pt modelId="{13B77C23-5C28-4E99-A901-20375391A5FF}" type="parTrans" cxnId="{CC3B5EA8-C12D-4E99-9602-AE4EBE55CE6F}">
      <dgm:prSet/>
      <dgm:spPr/>
      <dgm:t>
        <a:bodyPr/>
        <a:lstStyle/>
        <a:p>
          <a:endParaRPr lang="en-US"/>
        </a:p>
      </dgm:t>
    </dgm:pt>
    <dgm:pt modelId="{16FED7C9-4DE3-4B60-A2F9-C155BABAFD91}" type="sibTrans" cxnId="{CC3B5EA8-C12D-4E99-9602-AE4EBE55CE6F}">
      <dgm:prSet/>
      <dgm:spPr/>
      <dgm:t>
        <a:bodyPr/>
        <a:lstStyle/>
        <a:p>
          <a:endParaRPr lang="en-US"/>
        </a:p>
      </dgm:t>
    </dgm:pt>
    <dgm:pt modelId="{6CC528B5-C5A1-45D1-A5FA-AD48965E0283}">
      <dgm:prSet/>
      <dgm:spPr/>
      <dgm:t>
        <a:bodyPr/>
        <a:lstStyle/>
        <a:p>
          <a:r>
            <a:rPr lang="nl-BE" dirty="0"/>
            <a:t>Prioriteren</a:t>
          </a:r>
          <a:endParaRPr lang="en-US" dirty="0"/>
        </a:p>
      </dgm:t>
    </dgm:pt>
    <dgm:pt modelId="{8AB5426F-81FD-4CE2-8E43-FDA88B81041C}" type="parTrans" cxnId="{F901DE23-77FA-4EFF-A59C-8EF3E0D922FD}">
      <dgm:prSet/>
      <dgm:spPr/>
      <dgm:t>
        <a:bodyPr/>
        <a:lstStyle/>
        <a:p>
          <a:endParaRPr lang="en-US"/>
        </a:p>
      </dgm:t>
    </dgm:pt>
    <dgm:pt modelId="{08DE4A5E-388E-4A64-9BA9-D0A6A74B0F1B}" type="sibTrans" cxnId="{F901DE23-77FA-4EFF-A59C-8EF3E0D922FD}">
      <dgm:prSet/>
      <dgm:spPr/>
      <dgm:t>
        <a:bodyPr/>
        <a:lstStyle/>
        <a:p>
          <a:endParaRPr lang="en-US"/>
        </a:p>
      </dgm:t>
    </dgm:pt>
    <dgm:pt modelId="{FB8CD078-590B-4D5B-921A-AD4C03189EF9}">
      <dgm:prSet/>
      <dgm:spPr/>
      <dgm:t>
        <a:bodyPr/>
        <a:lstStyle/>
        <a:p>
          <a:pPr>
            <a:lnSpc>
              <a:spcPct val="100000"/>
            </a:lnSpc>
          </a:pPr>
          <a:r>
            <a:rPr lang="nl-BE"/>
            <a:t>Bestaande methoden:</a:t>
          </a:r>
          <a:endParaRPr lang="en-US"/>
        </a:p>
      </dgm:t>
    </dgm:pt>
    <dgm:pt modelId="{4CEDAFEF-EB71-4595-B6AB-395538494548}" type="parTrans" cxnId="{CC44F9E1-9D57-4357-B45B-2F29F26AEB6E}">
      <dgm:prSet/>
      <dgm:spPr/>
      <dgm:t>
        <a:bodyPr/>
        <a:lstStyle/>
        <a:p>
          <a:endParaRPr lang="en-US"/>
        </a:p>
      </dgm:t>
    </dgm:pt>
    <dgm:pt modelId="{71A480C7-FC95-4470-8894-9262935D72DB}" type="sibTrans" cxnId="{CC44F9E1-9D57-4357-B45B-2F29F26AEB6E}">
      <dgm:prSet/>
      <dgm:spPr/>
      <dgm:t>
        <a:bodyPr/>
        <a:lstStyle/>
        <a:p>
          <a:endParaRPr lang="en-US"/>
        </a:p>
      </dgm:t>
    </dgm:pt>
    <dgm:pt modelId="{D8652563-0468-4AE5-81F5-7441790B14A7}">
      <dgm:prSet/>
      <dgm:spPr/>
      <dgm:t>
        <a:bodyPr/>
        <a:lstStyle/>
        <a:p>
          <a:r>
            <a:rPr lang="nl-BE"/>
            <a:t>STRIDE</a:t>
          </a:r>
          <a:endParaRPr lang="en-US"/>
        </a:p>
      </dgm:t>
    </dgm:pt>
    <dgm:pt modelId="{D094DF52-549A-4D2B-9C7D-73A9A94FC7E8}" type="parTrans" cxnId="{87581869-2DAB-4EE7-BFD7-B66D9E2CC56E}">
      <dgm:prSet/>
      <dgm:spPr/>
      <dgm:t>
        <a:bodyPr/>
        <a:lstStyle/>
        <a:p>
          <a:endParaRPr lang="en-US"/>
        </a:p>
      </dgm:t>
    </dgm:pt>
    <dgm:pt modelId="{ED2F2CD6-AC2B-4E38-9B43-DE31E1E5E150}" type="sibTrans" cxnId="{87581869-2DAB-4EE7-BFD7-B66D9E2CC56E}">
      <dgm:prSet/>
      <dgm:spPr/>
      <dgm:t>
        <a:bodyPr/>
        <a:lstStyle/>
        <a:p>
          <a:endParaRPr lang="en-US"/>
        </a:p>
      </dgm:t>
    </dgm:pt>
    <dgm:pt modelId="{A7774577-4E74-47C0-AE7B-364524CB8B4E}">
      <dgm:prSet/>
      <dgm:spPr/>
      <dgm:t>
        <a:bodyPr/>
        <a:lstStyle/>
        <a:p>
          <a:r>
            <a:rPr lang="nl-BE" dirty="0"/>
            <a:t>Attack trees</a:t>
          </a:r>
          <a:endParaRPr lang="en-US" dirty="0"/>
        </a:p>
      </dgm:t>
    </dgm:pt>
    <dgm:pt modelId="{7BBEB579-F537-4C1E-81CE-79B5BD94F637}" type="parTrans" cxnId="{6A645F88-A985-42A4-A6F2-756494C65EA1}">
      <dgm:prSet/>
      <dgm:spPr/>
      <dgm:t>
        <a:bodyPr/>
        <a:lstStyle/>
        <a:p>
          <a:endParaRPr lang="en-US"/>
        </a:p>
      </dgm:t>
    </dgm:pt>
    <dgm:pt modelId="{8A6D21CA-9747-4FF3-B62F-D93A4599A66E}" type="sibTrans" cxnId="{6A645F88-A985-42A4-A6F2-756494C65EA1}">
      <dgm:prSet/>
      <dgm:spPr/>
      <dgm:t>
        <a:bodyPr/>
        <a:lstStyle/>
        <a:p>
          <a:endParaRPr lang="en-US"/>
        </a:p>
      </dgm:t>
    </dgm:pt>
    <dgm:pt modelId="{D520DAC4-C4F9-4395-BB89-F15F114D662B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nl-BE" dirty="0"/>
            <a:t>Doel thesis</a:t>
          </a:r>
          <a:endParaRPr lang="en-US" dirty="0"/>
        </a:p>
      </dgm:t>
    </dgm:pt>
    <dgm:pt modelId="{C4366986-B914-43BF-BFCB-988C89AE2D20}" type="parTrans" cxnId="{CCA04F14-C0B6-4A12-804B-CBD15CE742BC}">
      <dgm:prSet/>
      <dgm:spPr/>
      <dgm:t>
        <a:bodyPr/>
        <a:lstStyle/>
        <a:p>
          <a:endParaRPr lang="en-US"/>
        </a:p>
      </dgm:t>
    </dgm:pt>
    <dgm:pt modelId="{6C098103-286A-4302-819E-B4BA14126C2D}" type="sibTrans" cxnId="{CCA04F14-C0B6-4A12-804B-CBD15CE742BC}">
      <dgm:prSet/>
      <dgm:spPr/>
      <dgm:t>
        <a:bodyPr/>
        <a:lstStyle/>
        <a:p>
          <a:endParaRPr lang="en-US"/>
        </a:p>
      </dgm:t>
    </dgm:pt>
    <dgm:pt modelId="{59568FAC-E0DC-474C-B82A-468E7A61884F}">
      <dgm:prSet/>
      <dgm:spPr/>
      <dgm:t>
        <a:bodyPr/>
        <a:lstStyle/>
        <a:p>
          <a:pPr algn="l">
            <a:lnSpc>
              <a:spcPct val="100000"/>
            </a:lnSpc>
          </a:pPr>
          <a:r>
            <a:rPr lang="nl-BE" dirty="0" err="1"/>
            <a:t>Fortunately-unfortunately</a:t>
          </a:r>
          <a:r>
            <a:rPr lang="nl-BE" dirty="0"/>
            <a:t> methode</a:t>
          </a:r>
          <a:endParaRPr lang="en-US" dirty="0"/>
        </a:p>
      </dgm:t>
    </dgm:pt>
    <dgm:pt modelId="{C214DB39-BE20-4F0E-9087-3E6F2B5FF66C}" type="parTrans" cxnId="{B79B7FFF-6BD0-4A95-9FA3-FBC9DCC51722}">
      <dgm:prSet/>
      <dgm:spPr/>
      <dgm:t>
        <a:bodyPr/>
        <a:lstStyle/>
        <a:p>
          <a:endParaRPr lang="en-US"/>
        </a:p>
      </dgm:t>
    </dgm:pt>
    <dgm:pt modelId="{5E66F3E0-1F03-4506-9CCA-9346F197ED25}" type="sibTrans" cxnId="{B79B7FFF-6BD0-4A95-9FA3-FBC9DCC51722}">
      <dgm:prSet/>
      <dgm:spPr/>
      <dgm:t>
        <a:bodyPr/>
        <a:lstStyle/>
        <a:p>
          <a:endParaRPr lang="en-US"/>
        </a:p>
      </dgm:t>
    </dgm:pt>
    <dgm:pt modelId="{AE71CAED-B1D0-4156-BF7D-5CAC8A0654C8}">
      <dgm:prSet/>
      <dgm:spPr/>
      <dgm:t>
        <a:bodyPr/>
        <a:lstStyle/>
        <a:p>
          <a:pPr algn="l">
            <a:lnSpc>
              <a:spcPct val="100000"/>
            </a:lnSpc>
          </a:pPr>
          <a:r>
            <a:rPr lang="nl-BE" dirty="0"/>
            <a:t>Gebruiksvriendelijke </a:t>
          </a:r>
          <a:r>
            <a:rPr lang="nl-BE" dirty="0" err="1"/>
            <a:t>webtool</a:t>
          </a:r>
          <a:endParaRPr lang="en-US" dirty="0"/>
        </a:p>
      </dgm:t>
    </dgm:pt>
    <dgm:pt modelId="{8477E420-6020-4567-93DA-20129C377A37}" type="parTrans" cxnId="{95736D42-DA64-4177-97FC-C99DA97E86FB}">
      <dgm:prSet/>
      <dgm:spPr/>
      <dgm:t>
        <a:bodyPr/>
        <a:lstStyle/>
        <a:p>
          <a:endParaRPr lang="en-US"/>
        </a:p>
      </dgm:t>
    </dgm:pt>
    <dgm:pt modelId="{DCB6099E-3CF8-4379-95B4-AD47F16B4710}" type="sibTrans" cxnId="{95736D42-DA64-4177-97FC-C99DA97E86FB}">
      <dgm:prSet/>
      <dgm:spPr/>
      <dgm:t>
        <a:bodyPr/>
        <a:lstStyle/>
        <a:p>
          <a:endParaRPr lang="en-US"/>
        </a:p>
      </dgm:t>
    </dgm:pt>
    <dgm:pt modelId="{45AFEC64-F763-4EAE-9198-FD28259E4800}">
      <dgm:prSet/>
      <dgm:spPr/>
      <dgm:t>
        <a:bodyPr/>
        <a:lstStyle/>
        <a:p>
          <a:pPr algn="l">
            <a:lnSpc>
              <a:spcPct val="100000"/>
            </a:lnSpc>
          </a:pPr>
          <a:r>
            <a:rPr lang="nl-BE" dirty="0"/>
            <a:t>Efficiëntie</a:t>
          </a:r>
          <a:endParaRPr lang="en-US" dirty="0"/>
        </a:p>
      </dgm:t>
    </dgm:pt>
    <dgm:pt modelId="{522C9428-0413-43E4-BDFC-9B957E9DAAA2}" type="parTrans" cxnId="{C10B4285-DF44-4E01-94AD-DCF01830031D}">
      <dgm:prSet/>
      <dgm:spPr/>
      <dgm:t>
        <a:bodyPr/>
        <a:lstStyle/>
        <a:p>
          <a:endParaRPr lang="en-US"/>
        </a:p>
      </dgm:t>
    </dgm:pt>
    <dgm:pt modelId="{BC0644AA-05E8-4E1A-8F53-0881A0DF2563}" type="sibTrans" cxnId="{C10B4285-DF44-4E01-94AD-DCF01830031D}">
      <dgm:prSet/>
      <dgm:spPr/>
      <dgm:t>
        <a:bodyPr/>
        <a:lstStyle/>
        <a:p>
          <a:endParaRPr lang="en-US"/>
        </a:p>
      </dgm:t>
    </dgm:pt>
    <dgm:pt modelId="{284946A6-232C-41F8-8DB7-A27F45DF0ED5}">
      <dgm:prSet/>
      <dgm:spPr/>
      <dgm:t>
        <a:bodyPr/>
        <a:lstStyle/>
        <a:p>
          <a:pPr algn="l">
            <a:lnSpc>
              <a:spcPct val="100000"/>
            </a:lnSpc>
          </a:pPr>
          <a:r>
            <a:rPr lang="nl-BE" dirty="0"/>
            <a:t>Toegankelijk voor niet-security experts</a:t>
          </a:r>
          <a:endParaRPr lang="en-US" dirty="0"/>
        </a:p>
      </dgm:t>
    </dgm:pt>
    <dgm:pt modelId="{512B107B-8F83-4FF5-9E03-95BE4AE90B59}" type="parTrans" cxnId="{BDF0DE74-D343-4F55-A100-4B44D95A00E8}">
      <dgm:prSet/>
      <dgm:spPr/>
      <dgm:t>
        <a:bodyPr/>
        <a:lstStyle/>
        <a:p>
          <a:endParaRPr lang="en-US"/>
        </a:p>
      </dgm:t>
    </dgm:pt>
    <dgm:pt modelId="{A3975C41-BCB5-4A5B-8C73-F1A771A07BB6}" type="sibTrans" cxnId="{BDF0DE74-D343-4F55-A100-4B44D95A00E8}">
      <dgm:prSet/>
      <dgm:spPr/>
      <dgm:t>
        <a:bodyPr/>
        <a:lstStyle/>
        <a:p>
          <a:endParaRPr lang="en-US"/>
        </a:p>
      </dgm:t>
    </dgm:pt>
    <dgm:pt modelId="{E6EDD5CE-CE9A-4CC7-9F5D-1A21F551BA48}" type="pres">
      <dgm:prSet presAssocID="{3BB455F7-5F84-40FD-B7BA-52245D12B67C}" presName="root" presStyleCnt="0">
        <dgm:presLayoutVars>
          <dgm:dir/>
          <dgm:resizeHandles val="exact"/>
        </dgm:presLayoutVars>
      </dgm:prSet>
      <dgm:spPr/>
    </dgm:pt>
    <dgm:pt modelId="{B23CBF67-CA23-473B-998F-B6BE2610986B}" type="pres">
      <dgm:prSet presAssocID="{C7E3F90A-167F-4058-BEDD-AA73590CF37A}" presName="compNode" presStyleCnt="0"/>
      <dgm:spPr/>
    </dgm:pt>
    <dgm:pt modelId="{2C95D237-F278-4CAD-8235-6E4DEECD2CD3}" type="pres">
      <dgm:prSet presAssocID="{C7E3F90A-167F-4058-BEDD-AA73590CF37A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gnifying glass"/>
        </a:ext>
      </dgm:extLst>
    </dgm:pt>
    <dgm:pt modelId="{36E4BD74-DD36-480E-A041-2CD4263A223F}" type="pres">
      <dgm:prSet presAssocID="{C7E3F90A-167F-4058-BEDD-AA73590CF37A}" presName="iconSpace" presStyleCnt="0"/>
      <dgm:spPr/>
    </dgm:pt>
    <dgm:pt modelId="{FEC5799E-BE7C-4B7F-8D61-12D946C21FE7}" type="pres">
      <dgm:prSet presAssocID="{C7E3F90A-167F-4058-BEDD-AA73590CF37A}" presName="parTx" presStyleLbl="revTx" presStyleIdx="0" presStyleCnt="4">
        <dgm:presLayoutVars>
          <dgm:chMax val="0"/>
          <dgm:chPref val="0"/>
        </dgm:presLayoutVars>
      </dgm:prSet>
      <dgm:spPr/>
    </dgm:pt>
    <dgm:pt modelId="{CC459654-A616-4DED-8034-56A236C0E52D}" type="pres">
      <dgm:prSet presAssocID="{C7E3F90A-167F-4058-BEDD-AA73590CF37A}" presName="txSpace" presStyleCnt="0"/>
      <dgm:spPr/>
    </dgm:pt>
    <dgm:pt modelId="{0E08AE28-0D68-44C6-B6EF-477CDEB88556}" type="pres">
      <dgm:prSet presAssocID="{C7E3F90A-167F-4058-BEDD-AA73590CF37A}" presName="desTx" presStyleLbl="revTx" presStyleIdx="1" presStyleCnt="4">
        <dgm:presLayoutVars/>
      </dgm:prSet>
      <dgm:spPr/>
    </dgm:pt>
    <dgm:pt modelId="{58FB3273-4B21-452F-8508-09976A486A4D}" type="pres">
      <dgm:prSet presAssocID="{8A89B7EF-21B9-434B-9A74-262FC90295BB}" presName="sibTrans" presStyleCnt="0"/>
      <dgm:spPr/>
    </dgm:pt>
    <dgm:pt modelId="{009116CA-568A-4D31-B747-B6CEBD3C4D16}" type="pres">
      <dgm:prSet presAssocID="{D520DAC4-C4F9-4395-BB89-F15F114D662B}" presName="compNode" presStyleCnt="0"/>
      <dgm:spPr/>
    </dgm:pt>
    <dgm:pt modelId="{15EF2AEE-4E23-462F-BFF9-A566B886B36A}" type="pres">
      <dgm:prSet presAssocID="{D520DAC4-C4F9-4395-BB89-F15F114D662B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esentatie met controlelijst silhouet"/>
        </a:ext>
      </dgm:extLst>
    </dgm:pt>
    <dgm:pt modelId="{93B5A894-8CC6-4590-8D40-F214EA987314}" type="pres">
      <dgm:prSet presAssocID="{D520DAC4-C4F9-4395-BB89-F15F114D662B}" presName="iconSpace" presStyleCnt="0"/>
      <dgm:spPr/>
    </dgm:pt>
    <dgm:pt modelId="{1A537F33-BAEE-4E2B-A387-46874B5958AD}" type="pres">
      <dgm:prSet presAssocID="{D520DAC4-C4F9-4395-BB89-F15F114D662B}" presName="parTx" presStyleLbl="revTx" presStyleIdx="2" presStyleCnt="4">
        <dgm:presLayoutVars>
          <dgm:chMax val="0"/>
          <dgm:chPref val="0"/>
        </dgm:presLayoutVars>
      </dgm:prSet>
      <dgm:spPr/>
    </dgm:pt>
    <dgm:pt modelId="{D95342BA-34CF-4E5B-B98C-08A0CFB2F476}" type="pres">
      <dgm:prSet presAssocID="{D520DAC4-C4F9-4395-BB89-F15F114D662B}" presName="txSpace" presStyleCnt="0"/>
      <dgm:spPr/>
    </dgm:pt>
    <dgm:pt modelId="{7A14753F-13CD-41E3-A4EB-68F61FC36167}" type="pres">
      <dgm:prSet presAssocID="{D520DAC4-C4F9-4395-BB89-F15F114D662B}" presName="desTx" presStyleLbl="revTx" presStyleIdx="3" presStyleCnt="4">
        <dgm:presLayoutVars/>
      </dgm:prSet>
      <dgm:spPr/>
    </dgm:pt>
  </dgm:ptLst>
  <dgm:cxnLst>
    <dgm:cxn modelId="{3209BD0B-F23C-4CD6-A977-8AAD7AD5F90A}" srcId="{D6175A2A-ED79-4C16-8FA2-8125E74A22CC}" destId="{1F7DD495-8349-446F-96CA-66905335B05B}" srcOrd="0" destOrd="0" parTransId="{9503D542-37A3-4E0F-BAF3-E8AE513A493F}" sibTransId="{38BB0B3D-04FA-4963-9C57-A8AB44A0C54A}"/>
    <dgm:cxn modelId="{CCA04F14-C0B6-4A12-804B-CBD15CE742BC}" srcId="{3BB455F7-5F84-40FD-B7BA-52245D12B67C}" destId="{D520DAC4-C4F9-4395-BB89-F15F114D662B}" srcOrd="1" destOrd="0" parTransId="{C4366986-B914-43BF-BFCB-988C89AE2D20}" sibTransId="{6C098103-286A-4302-819E-B4BA14126C2D}"/>
    <dgm:cxn modelId="{F901DE23-77FA-4EFF-A59C-8EF3E0D922FD}" srcId="{D6175A2A-ED79-4C16-8FA2-8125E74A22CC}" destId="{6CC528B5-C5A1-45D1-A5FA-AD48965E0283}" srcOrd="2" destOrd="0" parTransId="{8AB5426F-81FD-4CE2-8E43-FDA88B81041C}" sibTransId="{08DE4A5E-388E-4A64-9BA9-D0A6A74B0F1B}"/>
    <dgm:cxn modelId="{F831AC2F-9F34-4A3B-9A8F-687623B81AC1}" type="presOf" srcId="{AE71CAED-B1D0-4156-BF7D-5CAC8A0654C8}" destId="{7A14753F-13CD-41E3-A4EB-68F61FC36167}" srcOrd="0" destOrd="1" presId="urn:microsoft.com/office/officeart/2018/5/layout/CenteredIconLabelDescriptionList"/>
    <dgm:cxn modelId="{C141073E-8C5F-472C-8110-376B7172CF2F}" type="presOf" srcId="{3BB455F7-5F84-40FD-B7BA-52245D12B67C}" destId="{E6EDD5CE-CE9A-4CC7-9F5D-1A21F551BA48}" srcOrd="0" destOrd="0" presId="urn:microsoft.com/office/officeart/2018/5/layout/CenteredIconLabelDescriptionList"/>
    <dgm:cxn modelId="{AEE4EC60-0CDA-42F5-A147-6E5A3DA21556}" type="presOf" srcId="{59568FAC-E0DC-474C-B82A-468E7A61884F}" destId="{7A14753F-13CD-41E3-A4EB-68F61FC36167}" srcOrd="0" destOrd="0" presId="urn:microsoft.com/office/officeart/2018/5/layout/CenteredIconLabelDescriptionList"/>
    <dgm:cxn modelId="{95736D42-DA64-4177-97FC-C99DA97E86FB}" srcId="{D520DAC4-C4F9-4395-BB89-F15F114D662B}" destId="{AE71CAED-B1D0-4156-BF7D-5CAC8A0654C8}" srcOrd="1" destOrd="0" parTransId="{8477E420-6020-4567-93DA-20129C377A37}" sibTransId="{DCB6099E-3CF8-4379-95B4-AD47F16B4710}"/>
    <dgm:cxn modelId="{87581869-2DAB-4EE7-BFD7-B66D9E2CC56E}" srcId="{FB8CD078-590B-4D5B-921A-AD4C03189EF9}" destId="{D8652563-0468-4AE5-81F5-7441790B14A7}" srcOrd="0" destOrd="0" parTransId="{D094DF52-549A-4D2B-9C7D-73A9A94FC7E8}" sibTransId="{ED2F2CD6-AC2B-4E38-9B43-DE31E1E5E150}"/>
    <dgm:cxn modelId="{2A3ED649-22FF-48B2-A4E0-3DD97B98508B}" type="presOf" srcId="{1F7DD495-8349-446F-96CA-66905335B05B}" destId="{0E08AE28-0D68-44C6-B6EF-477CDEB88556}" srcOrd="0" destOrd="2" presId="urn:microsoft.com/office/officeart/2018/5/layout/CenteredIconLabelDescriptionList"/>
    <dgm:cxn modelId="{397EA54C-40D6-45F3-9D80-36189221837D}" type="presOf" srcId="{FB8CD078-590B-4D5B-921A-AD4C03189EF9}" destId="{0E08AE28-0D68-44C6-B6EF-477CDEB88556}" srcOrd="0" destOrd="5" presId="urn:microsoft.com/office/officeart/2018/5/layout/CenteredIconLabelDescriptionList"/>
    <dgm:cxn modelId="{43DC0370-A72F-4502-BDEF-42E23A171962}" type="presOf" srcId="{A7774577-4E74-47C0-AE7B-364524CB8B4E}" destId="{0E08AE28-0D68-44C6-B6EF-477CDEB88556}" srcOrd="0" destOrd="7" presId="urn:microsoft.com/office/officeart/2018/5/layout/CenteredIconLabelDescriptionList"/>
    <dgm:cxn modelId="{BDF0DE74-D343-4F55-A100-4B44D95A00E8}" srcId="{D520DAC4-C4F9-4395-BB89-F15F114D662B}" destId="{284946A6-232C-41F8-8DB7-A27F45DF0ED5}" srcOrd="3" destOrd="0" parTransId="{512B107B-8F83-4FF5-9E03-95BE4AE90B59}" sibTransId="{A3975C41-BCB5-4A5B-8C73-F1A771A07BB6}"/>
    <dgm:cxn modelId="{3EA94858-E58A-4AF1-A49D-8572AB1CC849}" type="presOf" srcId="{9929466F-8CAB-46D5-91F2-9D6CD65727C8}" destId="{0E08AE28-0D68-44C6-B6EF-477CDEB88556}" srcOrd="0" destOrd="3" presId="urn:microsoft.com/office/officeart/2018/5/layout/CenteredIconLabelDescriptionList"/>
    <dgm:cxn modelId="{907E455A-4CD0-4390-A96A-490B622EE30F}" srcId="{C7E3F90A-167F-4058-BEDD-AA73590CF37A}" destId="{D6175A2A-ED79-4C16-8FA2-8125E74A22CC}" srcOrd="1" destOrd="0" parTransId="{E441147E-8E1B-45C6-AA71-8837F5B6EDAD}" sibTransId="{7587E2B1-8F06-4AC2-BE56-1A3961D83B65}"/>
    <dgm:cxn modelId="{028E8E80-E76E-4ED8-A975-D36151AA59FE}" type="presOf" srcId="{284946A6-232C-41F8-8DB7-A27F45DF0ED5}" destId="{7A14753F-13CD-41E3-A4EB-68F61FC36167}" srcOrd="0" destOrd="3" presId="urn:microsoft.com/office/officeart/2018/5/layout/CenteredIconLabelDescriptionList"/>
    <dgm:cxn modelId="{985EB183-3A4C-41E8-831C-8626543A3788}" type="presOf" srcId="{6CC528B5-C5A1-45D1-A5FA-AD48965E0283}" destId="{0E08AE28-0D68-44C6-B6EF-477CDEB88556}" srcOrd="0" destOrd="4" presId="urn:microsoft.com/office/officeart/2018/5/layout/CenteredIconLabelDescriptionList"/>
    <dgm:cxn modelId="{C10B4285-DF44-4E01-94AD-DCF01830031D}" srcId="{D520DAC4-C4F9-4395-BB89-F15F114D662B}" destId="{45AFEC64-F763-4EAE-9198-FD28259E4800}" srcOrd="2" destOrd="0" parTransId="{522C9428-0413-43E4-BDFC-9B957E9DAAA2}" sibTransId="{BC0644AA-05E8-4E1A-8F53-0881A0DF2563}"/>
    <dgm:cxn modelId="{6A645F88-A985-42A4-A6F2-756494C65EA1}" srcId="{FB8CD078-590B-4D5B-921A-AD4C03189EF9}" destId="{A7774577-4E74-47C0-AE7B-364524CB8B4E}" srcOrd="1" destOrd="0" parTransId="{7BBEB579-F537-4C1E-81CE-79B5BD94F637}" sibTransId="{8A6D21CA-9747-4FF3-B62F-D93A4599A66E}"/>
    <dgm:cxn modelId="{3E414F8A-3B56-4D5D-B9CF-4286EE230E67}" type="presOf" srcId="{D6175A2A-ED79-4C16-8FA2-8125E74A22CC}" destId="{0E08AE28-0D68-44C6-B6EF-477CDEB88556}" srcOrd="0" destOrd="1" presId="urn:microsoft.com/office/officeart/2018/5/layout/CenteredIconLabelDescriptionList"/>
    <dgm:cxn modelId="{49707B8A-DE77-474A-91F6-5CF36EC38D1A}" type="presOf" srcId="{45AFEC64-F763-4EAE-9198-FD28259E4800}" destId="{7A14753F-13CD-41E3-A4EB-68F61FC36167}" srcOrd="0" destOrd="2" presId="urn:microsoft.com/office/officeart/2018/5/layout/CenteredIconLabelDescriptionList"/>
    <dgm:cxn modelId="{DE434197-2100-4A8D-9232-87E4E2CC6FD4}" srcId="{C7E3F90A-167F-4058-BEDD-AA73590CF37A}" destId="{751573BB-A373-4363-A0E1-53C550FF3833}" srcOrd="0" destOrd="0" parTransId="{C3CB5EC2-C8F8-4D6F-8266-ACF9E3D862E2}" sibTransId="{F4354797-4309-4FFE-A74F-4A5EEE92AB73}"/>
    <dgm:cxn modelId="{6ABB62A2-F645-470D-9F75-71F8020D5478}" srcId="{3BB455F7-5F84-40FD-B7BA-52245D12B67C}" destId="{C7E3F90A-167F-4058-BEDD-AA73590CF37A}" srcOrd="0" destOrd="0" parTransId="{46A64E96-6BF9-4063-B448-B73E2E9CA7C1}" sibTransId="{8A89B7EF-21B9-434B-9A74-262FC90295BB}"/>
    <dgm:cxn modelId="{CC3B5EA8-C12D-4E99-9602-AE4EBE55CE6F}" srcId="{D6175A2A-ED79-4C16-8FA2-8125E74A22CC}" destId="{9929466F-8CAB-46D5-91F2-9D6CD65727C8}" srcOrd="1" destOrd="0" parTransId="{13B77C23-5C28-4E99-A901-20375391A5FF}" sibTransId="{16FED7C9-4DE3-4B60-A2F9-C155BABAFD91}"/>
    <dgm:cxn modelId="{A0807FD3-6BD2-420C-834E-891157F28DE1}" type="presOf" srcId="{C7E3F90A-167F-4058-BEDD-AA73590CF37A}" destId="{FEC5799E-BE7C-4B7F-8D61-12D946C21FE7}" srcOrd="0" destOrd="0" presId="urn:microsoft.com/office/officeart/2018/5/layout/CenteredIconLabelDescriptionList"/>
    <dgm:cxn modelId="{CC44F9E1-9D57-4357-B45B-2F29F26AEB6E}" srcId="{C7E3F90A-167F-4058-BEDD-AA73590CF37A}" destId="{FB8CD078-590B-4D5B-921A-AD4C03189EF9}" srcOrd="2" destOrd="0" parTransId="{4CEDAFEF-EB71-4595-B6AB-395538494548}" sibTransId="{71A480C7-FC95-4470-8894-9262935D72DB}"/>
    <dgm:cxn modelId="{08C9C5F6-3BC8-4302-AEF4-530A21E9C1FD}" type="presOf" srcId="{D8652563-0468-4AE5-81F5-7441790B14A7}" destId="{0E08AE28-0D68-44C6-B6EF-477CDEB88556}" srcOrd="0" destOrd="6" presId="urn:microsoft.com/office/officeart/2018/5/layout/CenteredIconLabelDescriptionList"/>
    <dgm:cxn modelId="{2B8498F7-C238-4EF6-A7E6-5629B90FAAED}" type="presOf" srcId="{D520DAC4-C4F9-4395-BB89-F15F114D662B}" destId="{1A537F33-BAEE-4E2B-A387-46874B5958AD}" srcOrd="0" destOrd="0" presId="urn:microsoft.com/office/officeart/2018/5/layout/CenteredIconLabelDescriptionList"/>
    <dgm:cxn modelId="{50211AFC-D732-4547-8534-8B5305727C3C}" type="presOf" srcId="{751573BB-A373-4363-A0E1-53C550FF3833}" destId="{0E08AE28-0D68-44C6-B6EF-477CDEB88556}" srcOrd="0" destOrd="0" presId="urn:microsoft.com/office/officeart/2018/5/layout/CenteredIconLabelDescriptionList"/>
    <dgm:cxn modelId="{B79B7FFF-6BD0-4A95-9FA3-FBC9DCC51722}" srcId="{D520DAC4-C4F9-4395-BB89-F15F114D662B}" destId="{59568FAC-E0DC-474C-B82A-468E7A61884F}" srcOrd="0" destOrd="0" parTransId="{C214DB39-BE20-4F0E-9087-3E6F2B5FF66C}" sibTransId="{5E66F3E0-1F03-4506-9CCA-9346F197ED25}"/>
    <dgm:cxn modelId="{0423EA1E-B80D-446B-874D-BD49E909AC6F}" type="presParOf" srcId="{E6EDD5CE-CE9A-4CC7-9F5D-1A21F551BA48}" destId="{B23CBF67-CA23-473B-998F-B6BE2610986B}" srcOrd="0" destOrd="0" presId="urn:microsoft.com/office/officeart/2018/5/layout/CenteredIconLabelDescriptionList"/>
    <dgm:cxn modelId="{20A76A61-F72A-4823-BE62-5AED8CA17369}" type="presParOf" srcId="{B23CBF67-CA23-473B-998F-B6BE2610986B}" destId="{2C95D237-F278-4CAD-8235-6E4DEECD2CD3}" srcOrd="0" destOrd="0" presId="urn:microsoft.com/office/officeart/2018/5/layout/CenteredIconLabelDescriptionList"/>
    <dgm:cxn modelId="{1C2B14DE-B70A-44E7-B81A-E804FFB1C802}" type="presParOf" srcId="{B23CBF67-CA23-473B-998F-B6BE2610986B}" destId="{36E4BD74-DD36-480E-A041-2CD4263A223F}" srcOrd="1" destOrd="0" presId="urn:microsoft.com/office/officeart/2018/5/layout/CenteredIconLabelDescriptionList"/>
    <dgm:cxn modelId="{CE22655D-8021-42E5-BE86-D6461A116485}" type="presParOf" srcId="{B23CBF67-CA23-473B-998F-B6BE2610986B}" destId="{FEC5799E-BE7C-4B7F-8D61-12D946C21FE7}" srcOrd="2" destOrd="0" presId="urn:microsoft.com/office/officeart/2018/5/layout/CenteredIconLabelDescriptionList"/>
    <dgm:cxn modelId="{3D14F9F5-B0BD-45C2-87F9-14B1B3B04195}" type="presParOf" srcId="{B23CBF67-CA23-473B-998F-B6BE2610986B}" destId="{CC459654-A616-4DED-8034-56A236C0E52D}" srcOrd="3" destOrd="0" presId="urn:microsoft.com/office/officeart/2018/5/layout/CenteredIconLabelDescriptionList"/>
    <dgm:cxn modelId="{9EAC3CFA-ED5E-41BA-8CF9-C5E33E3C9393}" type="presParOf" srcId="{B23CBF67-CA23-473B-998F-B6BE2610986B}" destId="{0E08AE28-0D68-44C6-B6EF-477CDEB88556}" srcOrd="4" destOrd="0" presId="urn:microsoft.com/office/officeart/2018/5/layout/CenteredIconLabelDescriptionList"/>
    <dgm:cxn modelId="{40890CB5-2536-477E-BFDF-AC35340ABC14}" type="presParOf" srcId="{E6EDD5CE-CE9A-4CC7-9F5D-1A21F551BA48}" destId="{58FB3273-4B21-452F-8508-09976A486A4D}" srcOrd="1" destOrd="0" presId="urn:microsoft.com/office/officeart/2018/5/layout/CenteredIconLabelDescriptionList"/>
    <dgm:cxn modelId="{C8B67695-DA0E-4543-B5BB-B38307695009}" type="presParOf" srcId="{E6EDD5CE-CE9A-4CC7-9F5D-1A21F551BA48}" destId="{009116CA-568A-4D31-B747-B6CEBD3C4D16}" srcOrd="2" destOrd="0" presId="urn:microsoft.com/office/officeart/2018/5/layout/CenteredIconLabelDescriptionList"/>
    <dgm:cxn modelId="{9C3CB2A1-A3E1-423F-BEB3-609085D077D3}" type="presParOf" srcId="{009116CA-568A-4D31-B747-B6CEBD3C4D16}" destId="{15EF2AEE-4E23-462F-BFF9-A566B886B36A}" srcOrd="0" destOrd="0" presId="urn:microsoft.com/office/officeart/2018/5/layout/CenteredIconLabelDescriptionList"/>
    <dgm:cxn modelId="{5750B12B-0A4F-44D0-8E86-7A2B314F6637}" type="presParOf" srcId="{009116CA-568A-4D31-B747-B6CEBD3C4D16}" destId="{93B5A894-8CC6-4590-8D40-F214EA987314}" srcOrd="1" destOrd="0" presId="urn:microsoft.com/office/officeart/2018/5/layout/CenteredIconLabelDescriptionList"/>
    <dgm:cxn modelId="{23B11C0A-0CD6-4A4D-8896-605F74A66BB9}" type="presParOf" srcId="{009116CA-568A-4D31-B747-B6CEBD3C4D16}" destId="{1A537F33-BAEE-4E2B-A387-46874B5958AD}" srcOrd="2" destOrd="0" presId="urn:microsoft.com/office/officeart/2018/5/layout/CenteredIconLabelDescriptionList"/>
    <dgm:cxn modelId="{293E1ACD-15D9-40C5-8F3F-B59BAC367F1F}" type="presParOf" srcId="{009116CA-568A-4D31-B747-B6CEBD3C4D16}" destId="{D95342BA-34CF-4E5B-B98C-08A0CFB2F476}" srcOrd="3" destOrd="0" presId="urn:microsoft.com/office/officeart/2018/5/layout/CenteredIconLabelDescriptionList"/>
    <dgm:cxn modelId="{241C4878-9640-4A68-8637-9F1C34D12DDD}" type="presParOf" srcId="{009116CA-568A-4D31-B747-B6CEBD3C4D16}" destId="{7A14753F-13CD-41E3-A4EB-68F61FC36167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D92894A-BF71-430F-8267-AD5C8210D087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34F9F02-0CCD-43E9-AA8D-9C0B26C1A40F}">
      <dgm:prSet/>
      <dgm:spPr/>
      <dgm:t>
        <a:bodyPr/>
        <a:lstStyle/>
        <a:p>
          <a:pPr>
            <a:lnSpc>
              <a:spcPct val="100000"/>
            </a:lnSpc>
          </a:pPr>
          <a:r>
            <a:rPr lang="nl-BE" dirty="0"/>
            <a:t>Welke basisfunctionaliteit is minimaal noodzakelijk om </a:t>
          </a:r>
          <a:r>
            <a:rPr lang="nl-BE" dirty="0" err="1"/>
            <a:t>threat</a:t>
          </a:r>
          <a:r>
            <a:rPr lang="nl-BE" dirty="0"/>
            <a:t> </a:t>
          </a:r>
          <a:r>
            <a:rPr lang="nl-BE" dirty="0" err="1"/>
            <a:t>modeling</a:t>
          </a:r>
          <a:r>
            <a:rPr lang="nl-BE" dirty="0"/>
            <a:t> met </a:t>
          </a:r>
          <a:r>
            <a:rPr lang="nl-BE" dirty="0" err="1"/>
            <a:t>fortunately‑unfortunately</a:t>
          </a:r>
          <a:r>
            <a:rPr lang="nl-BE" dirty="0"/>
            <a:t> trees te ondersteunen?</a:t>
          </a:r>
          <a:endParaRPr lang="en-US" dirty="0"/>
        </a:p>
      </dgm:t>
    </dgm:pt>
    <dgm:pt modelId="{27F1E433-6602-4BF8-941C-629ACEDFA197}" type="parTrans" cxnId="{F8A993DB-C67B-4B16-A946-5F8AF5F96BF2}">
      <dgm:prSet/>
      <dgm:spPr/>
      <dgm:t>
        <a:bodyPr/>
        <a:lstStyle/>
        <a:p>
          <a:endParaRPr lang="en-US"/>
        </a:p>
      </dgm:t>
    </dgm:pt>
    <dgm:pt modelId="{BB101043-49F0-43CE-8C22-E37593D160C9}" type="sibTrans" cxnId="{F8A993DB-C67B-4B16-A946-5F8AF5F96BF2}">
      <dgm:prSet/>
      <dgm:spPr/>
      <dgm:t>
        <a:bodyPr/>
        <a:lstStyle/>
        <a:p>
          <a:endParaRPr lang="en-US"/>
        </a:p>
      </dgm:t>
    </dgm:pt>
    <dgm:pt modelId="{5595F59F-2AC1-4319-83F2-11373E1F8B1E}">
      <dgm:prSet/>
      <dgm:spPr/>
      <dgm:t>
        <a:bodyPr/>
        <a:lstStyle/>
        <a:p>
          <a:pPr>
            <a:lnSpc>
              <a:spcPct val="100000"/>
            </a:lnSpc>
          </a:pPr>
          <a:r>
            <a:rPr lang="nl-BE" dirty="0"/>
            <a:t>Welke extra functies (bv. filters, zoekfuncties, statusiconen en visuele structuren) worden door gebruikers als het meest nuttig ervaren?</a:t>
          </a:r>
          <a:endParaRPr lang="en-US" dirty="0"/>
        </a:p>
      </dgm:t>
    </dgm:pt>
    <dgm:pt modelId="{C62682A7-3393-4B9F-813F-B3CB74E8F0C9}" type="parTrans" cxnId="{2CAF9EA5-357B-40E1-8D48-EEFB2FEA9629}">
      <dgm:prSet/>
      <dgm:spPr/>
      <dgm:t>
        <a:bodyPr/>
        <a:lstStyle/>
        <a:p>
          <a:endParaRPr lang="en-US"/>
        </a:p>
      </dgm:t>
    </dgm:pt>
    <dgm:pt modelId="{C6936E48-7CD5-4841-9CB8-068663EDD997}" type="sibTrans" cxnId="{2CAF9EA5-357B-40E1-8D48-EEFB2FEA9629}">
      <dgm:prSet/>
      <dgm:spPr/>
      <dgm:t>
        <a:bodyPr/>
        <a:lstStyle/>
        <a:p>
          <a:endParaRPr lang="en-US"/>
        </a:p>
      </dgm:t>
    </dgm:pt>
    <dgm:pt modelId="{6B708C0D-A24E-4E3B-8A0F-2222D060AA07}">
      <dgm:prSet/>
      <dgm:spPr/>
      <dgm:t>
        <a:bodyPr/>
        <a:lstStyle/>
        <a:p>
          <a:pPr>
            <a:lnSpc>
              <a:spcPct val="100000"/>
            </a:lnSpc>
          </a:pPr>
          <a:r>
            <a:rPr lang="nl-BE"/>
            <a:t>Hoe verhoudt de voorgestelde tool zich qua gebruiksvriendelijkheid en effectiviteit ten opzichte van een basisversie van mindmapsoftware?</a:t>
          </a:r>
          <a:endParaRPr lang="en-US"/>
        </a:p>
      </dgm:t>
    </dgm:pt>
    <dgm:pt modelId="{DEAD7C5D-6DBB-43D1-A63E-38C74E7AD9F9}" type="parTrans" cxnId="{218A74AF-696A-4F96-A0A6-E76C86DF177B}">
      <dgm:prSet/>
      <dgm:spPr/>
      <dgm:t>
        <a:bodyPr/>
        <a:lstStyle/>
        <a:p>
          <a:endParaRPr lang="en-US"/>
        </a:p>
      </dgm:t>
    </dgm:pt>
    <dgm:pt modelId="{E0F87B85-529D-44FB-BB0A-77DF071A3AB4}" type="sibTrans" cxnId="{218A74AF-696A-4F96-A0A6-E76C86DF177B}">
      <dgm:prSet/>
      <dgm:spPr/>
      <dgm:t>
        <a:bodyPr/>
        <a:lstStyle/>
        <a:p>
          <a:endParaRPr lang="en-US"/>
        </a:p>
      </dgm:t>
    </dgm:pt>
    <dgm:pt modelId="{61E58F98-2BBA-4AF1-AAD6-1E6B1C42B563}" type="pres">
      <dgm:prSet presAssocID="{1D92894A-BF71-430F-8267-AD5C8210D087}" presName="root" presStyleCnt="0">
        <dgm:presLayoutVars>
          <dgm:dir/>
          <dgm:resizeHandles val="exact"/>
        </dgm:presLayoutVars>
      </dgm:prSet>
      <dgm:spPr/>
    </dgm:pt>
    <dgm:pt modelId="{F5722E5D-4BB3-406A-8034-5901E8F64437}" type="pres">
      <dgm:prSet presAssocID="{934F9F02-0CCD-43E9-AA8D-9C0B26C1A40F}" presName="compNode" presStyleCnt="0"/>
      <dgm:spPr/>
    </dgm:pt>
    <dgm:pt modelId="{BBD766B0-B206-4E4A-98E3-6079DA09A53B}" type="pres">
      <dgm:prSet presAssocID="{934F9F02-0CCD-43E9-AA8D-9C0B26C1A40F}" presName="bgRect" presStyleLbl="bgShp" presStyleIdx="0" presStyleCnt="3"/>
      <dgm:spPr/>
    </dgm:pt>
    <dgm:pt modelId="{DCEAB770-E3CC-4600-82CF-E2C35BD326E7}" type="pres">
      <dgm:prSet presAssocID="{934F9F02-0CCD-43E9-AA8D-9C0B26C1A40F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dge: 1 met effen opvulling"/>
        </a:ext>
      </dgm:extLst>
    </dgm:pt>
    <dgm:pt modelId="{CD7F78E2-96F0-44FC-A9A5-2760C8238400}" type="pres">
      <dgm:prSet presAssocID="{934F9F02-0CCD-43E9-AA8D-9C0B26C1A40F}" presName="spaceRect" presStyleCnt="0"/>
      <dgm:spPr/>
    </dgm:pt>
    <dgm:pt modelId="{F7AEB05B-CF66-4E43-9069-4284B5DBC4AB}" type="pres">
      <dgm:prSet presAssocID="{934F9F02-0CCD-43E9-AA8D-9C0B26C1A40F}" presName="parTx" presStyleLbl="revTx" presStyleIdx="0" presStyleCnt="3">
        <dgm:presLayoutVars>
          <dgm:chMax val="0"/>
          <dgm:chPref val="0"/>
        </dgm:presLayoutVars>
      </dgm:prSet>
      <dgm:spPr/>
    </dgm:pt>
    <dgm:pt modelId="{1B21568F-0C4D-466F-B6BC-E0DF821A8685}" type="pres">
      <dgm:prSet presAssocID="{BB101043-49F0-43CE-8C22-E37593D160C9}" presName="sibTrans" presStyleCnt="0"/>
      <dgm:spPr/>
    </dgm:pt>
    <dgm:pt modelId="{5863F832-3212-4D21-BEFB-A44EB337B40E}" type="pres">
      <dgm:prSet presAssocID="{5595F59F-2AC1-4319-83F2-11373E1F8B1E}" presName="compNode" presStyleCnt="0"/>
      <dgm:spPr/>
    </dgm:pt>
    <dgm:pt modelId="{D9334629-4516-49DE-AEE5-16CC35690CCB}" type="pres">
      <dgm:prSet presAssocID="{5595F59F-2AC1-4319-83F2-11373E1F8B1E}" presName="bgRect" presStyleLbl="bgShp" presStyleIdx="1" presStyleCnt="3"/>
      <dgm:spPr/>
    </dgm:pt>
    <dgm:pt modelId="{0D61A547-E909-4AB3-B87E-EC1DA313EB3B}" type="pres">
      <dgm:prSet presAssocID="{5595F59F-2AC1-4319-83F2-11373E1F8B1E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dge met effen opvulling"/>
        </a:ext>
      </dgm:extLst>
    </dgm:pt>
    <dgm:pt modelId="{399ED617-83B4-4F22-B285-1B54898006F5}" type="pres">
      <dgm:prSet presAssocID="{5595F59F-2AC1-4319-83F2-11373E1F8B1E}" presName="spaceRect" presStyleCnt="0"/>
      <dgm:spPr/>
    </dgm:pt>
    <dgm:pt modelId="{5BFC644C-B7FB-425C-9C53-6794F297B29B}" type="pres">
      <dgm:prSet presAssocID="{5595F59F-2AC1-4319-83F2-11373E1F8B1E}" presName="parTx" presStyleLbl="revTx" presStyleIdx="1" presStyleCnt="3">
        <dgm:presLayoutVars>
          <dgm:chMax val="0"/>
          <dgm:chPref val="0"/>
        </dgm:presLayoutVars>
      </dgm:prSet>
      <dgm:spPr/>
    </dgm:pt>
    <dgm:pt modelId="{29FFD6A5-A739-49F1-BFD8-60E7F98E16A8}" type="pres">
      <dgm:prSet presAssocID="{C6936E48-7CD5-4841-9CB8-068663EDD997}" presName="sibTrans" presStyleCnt="0"/>
      <dgm:spPr/>
    </dgm:pt>
    <dgm:pt modelId="{52629410-75BC-47EC-8DC6-960C34CD5D8B}" type="pres">
      <dgm:prSet presAssocID="{6B708C0D-A24E-4E3B-8A0F-2222D060AA07}" presName="compNode" presStyleCnt="0"/>
      <dgm:spPr/>
    </dgm:pt>
    <dgm:pt modelId="{F0ED7B78-E2C4-4567-B417-8B52D0F3A5AB}" type="pres">
      <dgm:prSet presAssocID="{6B708C0D-A24E-4E3B-8A0F-2222D060AA07}" presName="bgRect" presStyleLbl="bgShp" presStyleIdx="2" presStyleCnt="3"/>
      <dgm:spPr/>
    </dgm:pt>
    <dgm:pt modelId="{4486738A-FC4E-4960-ACC4-C984B2AC510C}" type="pres">
      <dgm:prSet presAssocID="{6B708C0D-A24E-4E3B-8A0F-2222D060AA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dge 3 met effen opvulling"/>
        </a:ext>
      </dgm:extLst>
    </dgm:pt>
    <dgm:pt modelId="{9367F6E2-0AB7-422F-BA95-F9A6EAB3A322}" type="pres">
      <dgm:prSet presAssocID="{6B708C0D-A24E-4E3B-8A0F-2222D060AA07}" presName="spaceRect" presStyleCnt="0"/>
      <dgm:spPr/>
    </dgm:pt>
    <dgm:pt modelId="{47987164-1885-4049-9C07-B6DEDE950197}" type="pres">
      <dgm:prSet presAssocID="{6B708C0D-A24E-4E3B-8A0F-2222D060AA07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5928DF42-4911-48ED-BB61-9B20317B19FF}" type="presOf" srcId="{5595F59F-2AC1-4319-83F2-11373E1F8B1E}" destId="{5BFC644C-B7FB-425C-9C53-6794F297B29B}" srcOrd="0" destOrd="0" presId="urn:microsoft.com/office/officeart/2018/2/layout/IconVerticalSolidList"/>
    <dgm:cxn modelId="{55E18764-8257-4E5B-8406-310E2A876002}" type="presOf" srcId="{6B708C0D-A24E-4E3B-8A0F-2222D060AA07}" destId="{47987164-1885-4049-9C07-B6DEDE950197}" srcOrd="0" destOrd="0" presId="urn:microsoft.com/office/officeart/2018/2/layout/IconVerticalSolidList"/>
    <dgm:cxn modelId="{FB744047-5294-403A-ADEF-8308F6770363}" type="presOf" srcId="{1D92894A-BF71-430F-8267-AD5C8210D087}" destId="{61E58F98-2BBA-4AF1-AAD6-1E6B1C42B563}" srcOrd="0" destOrd="0" presId="urn:microsoft.com/office/officeart/2018/2/layout/IconVerticalSolidList"/>
    <dgm:cxn modelId="{2CAF9EA5-357B-40E1-8D48-EEFB2FEA9629}" srcId="{1D92894A-BF71-430F-8267-AD5C8210D087}" destId="{5595F59F-2AC1-4319-83F2-11373E1F8B1E}" srcOrd="1" destOrd="0" parTransId="{C62682A7-3393-4B9F-813F-B3CB74E8F0C9}" sibTransId="{C6936E48-7CD5-4841-9CB8-068663EDD997}"/>
    <dgm:cxn modelId="{218A74AF-696A-4F96-A0A6-E76C86DF177B}" srcId="{1D92894A-BF71-430F-8267-AD5C8210D087}" destId="{6B708C0D-A24E-4E3B-8A0F-2222D060AA07}" srcOrd="2" destOrd="0" parTransId="{DEAD7C5D-6DBB-43D1-A63E-38C74E7AD9F9}" sibTransId="{E0F87B85-529D-44FB-BB0A-77DF071A3AB4}"/>
    <dgm:cxn modelId="{0855FEB5-9813-40C4-8224-BC829595C84A}" type="presOf" srcId="{934F9F02-0CCD-43E9-AA8D-9C0B26C1A40F}" destId="{F7AEB05B-CF66-4E43-9069-4284B5DBC4AB}" srcOrd="0" destOrd="0" presId="urn:microsoft.com/office/officeart/2018/2/layout/IconVerticalSolidList"/>
    <dgm:cxn modelId="{F8A993DB-C67B-4B16-A946-5F8AF5F96BF2}" srcId="{1D92894A-BF71-430F-8267-AD5C8210D087}" destId="{934F9F02-0CCD-43E9-AA8D-9C0B26C1A40F}" srcOrd="0" destOrd="0" parTransId="{27F1E433-6602-4BF8-941C-629ACEDFA197}" sibTransId="{BB101043-49F0-43CE-8C22-E37593D160C9}"/>
    <dgm:cxn modelId="{BA91FE54-6C09-48AB-A249-A978902781FD}" type="presParOf" srcId="{61E58F98-2BBA-4AF1-AAD6-1E6B1C42B563}" destId="{F5722E5D-4BB3-406A-8034-5901E8F64437}" srcOrd="0" destOrd="0" presId="urn:microsoft.com/office/officeart/2018/2/layout/IconVerticalSolidList"/>
    <dgm:cxn modelId="{59354B0B-EC20-4D79-A453-BDD2C27668EB}" type="presParOf" srcId="{F5722E5D-4BB3-406A-8034-5901E8F64437}" destId="{BBD766B0-B206-4E4A-98E3-6079DA09A53B}" srcOrd="0" destOrd="0" presId="urn:microsoft.com/office/officeart/2018/2/layout/IconVerticalSolidList"/>
    <dgm:cxn modelId="{93CD9A7B-8CFC-4D61-AEE1-8E80046CBFDD}" type="presParOf" srcId="{F5722E5D-4BB3-406A-8034-5901E8F64437}" destId="{DCEAB770-E3CC-4600-82CF-E2C35BD326E7}" srcOrd="1" destOrd="0" presId="urn:microsoft.com/office/officeart/2018/2/layout/IconVerticalSolidList"/>
    <dgm:cxn modelId="{A6B9C21E-E4BD-478D-9963-A4F3A219AB3A}" type="presParOf" srcId="{F5722E5D-4BB3-406A-8034-5901E8F64437}" destId="{CD7F78E2-96F0-44FC-A9A5-2760C8238400}" srcOrd="2" destOrd="0" presId="urn:microsoft.com/office/officeart/2018/2/layout/IconVerticalSolidList"/>
    <dgm:cxn modelId="{5F538C76-35BD-4C9B-B04B-B0DA2BE14294}" type="presParOf" srcId="{F5722E5D-4BB3-406A-8034-5901E8F64437}" destId="{F7AEB05B-CF66-4E43-9069-4284B5DBC4AB}" srcOrd="3" destOrd="0" presId="urn:microsoft.com/office/officeart/2018/2/layout/IconVerticalSolidList"/>
    <dgm:cxn modelId="{E1FF6565-2B0F-4E31-93B5-CDD5AD932862}" type="presParOf" srcId="{61E58F98-2BBA-4AF1-AAD6-1E6B1C42B563}" destId="{1B21568F-0C4D-466F-B6BC-E0DF821A8685}" srcOrd="1" destOrd="0" presId="urn:microsoft.com/office/officeart/2018/2/layout/IconVerticalSolidList"/>
    <dgm:cxn modelId="{C2D564F1-2225-4404-A97B-830A82112C58}" type="presParOf" srcId="{61E58F98-2BBA-4AF1-AAD6-1E6B1C42B563}" destId="{5863F832-3212-4D21-BEFB-A44EB337B40E}" srcOrd="2" destOrd="0" presId="urn:microsoft.com/office/officeart/2018/2/layout/IconVerticalSolidList"/>
    <dgm:cxn modelId="{26B2C6DE-2D85-4076-9589-E3073F602ADE}" type="presParOf" srcId="{5863F832-3212-4D21-BEFB-A44EB337B40E}" destId="{D9334629-4516-49DE-AEE5-16CC35690CCB}" srcOrd="0" destOrd="0" presId="urn:microsoft.com/office/officeart/2018/2/layout/IconVerticalSolidList"/>
    <dgm:cxn modelId="{FF3514D4-0472-43B7-A006-EFCCDE737752}" type="presParOf" srcId="{5863F832-3212-4D21-BEFB-A44EB337B40E}" destId="{0D61A547-E909-4AB3-B87E-EC1DA313EB3B}" srcOrd="1" destOrd="0" presId="urn:microsoft.com/office/officeart/2018/2/layout/IconVerticalSolidList"/>
    <dgm:cxn modelId="{F7465CFD-2455-411B-B3DC-F94F8E3F83B3}" type="presParOf" srcId="{5863F832-3212-4D21-BEFB-A44EB337B40E}" destId="{399ED617-83B4-4F22-B285-1B54898006F5}" srcOrd="2" destOrd="0" presId="urn:microsoft.com/office/officeart/2018/2/layout/IconVerticalSolidList"/>
    <dgm:cxn modelId="{0E90467F-9F4A-4C64-944D-03534A5FD282}" type="presParOf" srcId="{5863F832-3212-4D21-BEFB-A44EB337B40E}" destId="{5BFC644C-B7FB-425C-9C53-6794F297B29B}" srcOrd="3" destOrd="0" presId="urn:microsoft.com/office/officeart/2018/2/layout/IconVerticalSolidList"/>
    <dgm:cxn modelId="{5E8D5F5E-A5EF-4DC8-9A87-A4746195F00E}" type="presParOf" srcId="{61E58F98-2BBA-4AF1-AAD6-1E6B1C42B563}" destId="{29FFD6A5-A739-49F1-BFD8-60E7F98E16A8}" srcOrd="3" destOrd="0" presId="urn:microsoft.com/office/officeart/2018/2/layout/IconVerticalSolidList"/>
    <dgm:cxn modelId="{BA9BBD22-53B1-426D-B3DE-71E706967635}" type="presParOf" srcId="{61E58F98-2BBA-4AF1-AAD6-1E6B1C42B563}" destId="{52629410-75BC-47EC-8DC6-960C34CD5D8B}" srcOrd="4" destOrd="0" presId="urn:microsoft.com/office/officeart/2018/2/layout/IconVerticalSolidList"/>
    <dgm:cxn modelId="{E67942C3-7544-447F-9A6D-620719D8591D}" type="presParOf" srcId="{52629410-75BC-47EC-8DC6-960C34CD5D8B}" destId="{F0ED7B78-E2C4-4567-B417-8B52D0F3A5AB}" srcOrd="0" destOrd="0" presId="urn:microsoft.com/office/officeart/2018/2/layout/IconVerticalSolidList"/>
    <dgm:cxn modelId="{62B84329-5A5E-4EC9-AAF8-FDDCE59F8FDF}" type="presParOf" srcId="{52629410-75BC-47EC-8DC6-960C34CD5D8B}" destId="{4486738A-FC4E-4960-ACC4-C984B2AC510C}" srcOrd="1" destOrd="0" presId="urn:microsoft.com/office/officeart/2018/2/layout/IconVerticalSolidList"/>
    <dgm:cxn modelId="{685B5C40-B9A6-4965-86E9-3F8514287663}" type="presParOf" srcId="{52629410-75BC-47EC-8DC6-960C34CD5D8B}" destId="{9367F6E2-0AB7-422F-BA95-F9A6EAB3A322}" srcOrd="2" destOrd="0" presId="urn:microsoft.com/office/officeart/2018/2/layout/IconVerticalSolidList"/>
    <dgm:cxn modelId="{D292AAE0-AF1C-4444-AFFF-301925B51281}" type="presParOf" srcId="{52629410-75BC-47EC-8DC6-960C34CD5D8B}" destId="{47987164-1885-4049-9C07-B6DEDE95019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FBC0DC6-E9E5-4ABE-9088-5B70BEBB1B39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5C66DAA-0127-493D-9295-19ED12B9C0C5}">
      <dgm:prSet/>
      <dgm:spPr/>
      <dgm:t>
        <a:bodyPr/>
        <a:lstStyle/>
        <a:p>
          <a:r>
            <a:rPr lang="nl-BE"/>
            <a:t>Negen deelnemers</a:t>
          </a:r>
          <a:endParaRPr lang="en-US"/>
        </a:p>
      </dgm:t>
    </dgm:pt>
    <dgm:pt modelId="{FFCE7E57-F712-440F-9B14-75D9D613B5A4}" type="parTrans" cxnId="{459F7AD0-2D36-49AE-8CFE-66D3F1DE0B22}">
      <dgm:prSet/>
      <dgm:spPr/>
      <dgm:t>
        <a:bodyPr/>
        <a:lstStyle/>
        <a:p>
          <a:endParaRPr lang="en-US"/>
        </a:p>
      </dgm:t>
    </dgm:pt>
    <dgm:pt modelId="{10B1D011-C798-4F85-B957-9294C17C10FC}" type="sibTrans" cxnId="{459F7AD0-2D36-49AE-8CFE-66D3F1DE0B22}">
      <dgm:prSet/>
      <dgm:spPr/>
      <dgm:t>
        <a:bodyPr/>
        <a:lstStyle/>
        <a:p>
          <a:endParaRPr lang="en-US"/>
        </a:p>
      </dgm:t>
    </dgm:pt>
    <dgm:pt modelId="{77782ECF-AF6D-426B-9E6B-A42753AD9C4A}">
      <dgm:prSet/>
      <dgm:spPr/>
      <dgm:t>
        <a:bodyPr/>
        <a:lstStyle/>
        <a:p>
          <a:r>
            <a:rPr lang="nl-BE" dirty="0"/>
            <a:t>20-28 jaar</a:t>
          </a:r>
          <a:endParaRPr lang="en-US" dirty="0"/>
        </a:p>
      </dgm:t>
    </dgm:pt>
    <dgm:pt modelId="{24FF3D8A-8757-421B-8313-D136808B9D3D}" type="parTrans" cxnId="{A36C0985-D5DF-439B-B47D-5EE8CEB719AD}">
      <dgm:prSet/>
      <dgm:spPr/>
      <dgm:t>
        <a:bodyPr/>
        <a:lstStyle/>
        <a:p>
          <a:endParaRPr lang="en-US"/>
        </a:p>
      </dgm:t>
    </dgm:pt>
    <dgm:pt modelId="{364C6AAB-5CAB-490F-AD28-1CAA97224D87}" type="sibTrans" cxnId="{A36C0985-D5DF-439B-B47D-5EE8CEB719AD}">
      <dgm:prSet/>
      <dgm:spPr/>
      <dgm:t>
        <a:bodyPr/>
        <a:lstStyle/>
        <a:p>
          <a:endParaRPr lang="en-US"/>
        </a:p>
      </dgm:t>
    </dgm:pt>
    <dgm:pt modelId="{DDA2B072-4E33-43D1-A01A-5182FA4DBCB9}">
      <dgm:prSet/>
      <dgm:spPr/>
      <dgm:t>
        <a:bodyPr/>
        <a:lstStyle/>
        <a:p>
          <a:r>
            <a:rPr lang="nl-BE" dirty="0"/>
            <a:t>Achtergrond informatica</a:t>
          </a:r>
          <a:endParaRPr lang="en-US" dirty="0"/>
        </a:p>
      </dgm:t>
    </dgm:pt>
    <dgm:pt modelId="{9CFAFA54-B799-47E1-9905-E6CBBC125A4C}" type="parTrans" cxnId="{0B6165EA-F263-4EE4-9099-5354F9D1483E}">
      <dgm:prSet/>
      <dgm:spPr/>
      <dgm:t>
        <a:bodyPr/>
        <a:lstStyle/>
        <a:p>
          <a:endParaRPr lang="en-US"/>
        </a:p>
      </dgm:t>
    </dgm:pt>
    <dgm:pt modelId="{4D230494-A1CF-4A00-91CD-BDDA76F3BBDC}" type="sibTrans" cxnId="{0B6165EA-F263-4EE4-9099-5354F9D1483E}">
      <dgm:prSet/>
      <dgm:spPr/>
      <dgm:t>
        <a:bodyPr/>
        <a:lstStyle/>
        <a:p>
          <a:endParaRPr lang="en-US"/>
        </a:p>
      </dgm:t>
    </dgm:pt>
    <dgm:pt modelId="{4142FF15-5944-4BA6-BC2A-A7BA1BC61EC7}">
      <dgm:prSet/>
      <dgm:spPr/>
      <dgm:t>
        <a:bodyPr/>
        <a:lstStyle/>
        <a:p>
          <a:r>
            <a:rPr lang="nl-BE" dirty="0"/>
            <a:t>Zeven geen security-modellering-ervaring</a:t>
          </a:r>
          <a:endParaRPr lang="en-US" dirty="0"/>
        </a:p>
      </dgm:t>
    </dgm:pt>
    <dgm:pt modelId="{2E2BE7D4-6AB5-4149-B865-AF9E35D6F943}" type="parTrans" cxnId="{CB4FF894-E532-469B-A0AA-1D242BF7ECAA}">
      <dgm:prSet/>
      <dgm:spPr/>
      <dgm:t>
        <a:bodyPr/>
        <a:lstStyle/>
        <a:p>
          <a:endParaRPr lang="en-US"/>
        </a:p>
      </dgm:t>
    </dgm:pt>
    <dgm:pt modelId="{089E9721-06B1-4A11-AC92-62F65F9FCE96}" type="sibTrans" cxnId="{CB4FF894-E532-469B-A0AA-1D242BF7ECAA}">
      <dgm:prSet/>
      <dgm:spPr/>
      <dgm:t>
        <a:bodyPr/>
        <a:lstStyle/>
        <a:p>
          <a:endParaRPr lang="en-US"/>
        </a:p>
      </dgm:t>
    </dgm:pt>
    <dgm:pt modelId="{1FC72227-8C9D-4EF3-ABF7-A8663E85C5E9}">
      <dgm:prSet/>
      <dgm:spPr/>
      <dgm:t>
        <a:bodyPr/>
        <a:lstStyle/>
        <a:p>
          <a:r>
            <a:rPr lang="nl-BE" dirty="0"/>
            <a:t>Studenten, junior </a:t>
          </a:r>
          <a:r>
            <a:rPr lang="nl-BE" dirty="0" err="1"/>
            <a:t>developers</a:t>
          </a:r>
          <a:r>
            <a:rPr lang="nl-BE" dirty="0"/>
            <a:t>, data engineer, scrum master</a:t>
          </a:r>
          <a:endParaRPr lang="en-US" dirty="0"/>
        </a:p>
      </dgm:t>
    </dgm:pt>
    <dgm:pt modelId="{305B48D3-B560-4B89-B1DB-B9A5EAA36FC3}" type="parTrans" cxnId="{20F1AD0A-D18B-47A1-997C-BA3B5FD38110}">
      <dgm:prSet/>
      <dgm:spPr/>
      <dgm:t>
        <a:bodyPr/>
        <a:lstStyle/>
        <a:p>
          <a:endParaRPr lang="en-US"/>
        </a:p>
      </dgm:t>
    </dgm:pt>
    <dgm:pt modelId="{8905A107-CFD3-468F-A0CF-785D6548B64A}" type="sibTrans" cxnId="{20F1AD0A-D18B-47A1-997C-BA3B5FD38110}">
      <dgm:prSet/>
      <dgm:spPr/>
      <dgm:t>
        <a:bodyPr/>
        <a:lstStyle/>
        <a:p>
          <a:endParaRPr lang="en-US"/>
        </a:p>
      </dgm:t>
    </dgm:pt>
    <dgm:pt modelId="{4452734D-5998-4684-A9F5-9DE15FEEF110}">
      <dgm:prSet/>
      <dgm:spPr/>
      <dgm:t>
        <a:bodyPr/>
        <a:lstStyle/>
        <a:p>
          <a:r>
            <a:rPr lang="nl-BE"/>
            <a:t>Dataverzameling</a:t>
          </a:r>
          <a:endParaRPr lang="en-US"/>
        </a:p>
      </dgm:t>
    </dgm:pt>
    <dgm:pt modelId="{87CFED0D-2417-495B-985A-C5EE1765DAFE}" type="parTrans" cxnId="{BC93E3B9-9E8A-4C8D-A6DE-7AEA9986290D}">
      <dgm:prSet/>
      <dgm:spPr/>
      <dgm:t>
        <a:bodyPr/>
        <a:lstStyle/>
        <a:p>
          <a:endParaRPr lang="en-US"/>
        </a:p>
      </dgm:t>
    </dgm:pt>
    <dgm:pt modelId="{7A630EF4-EA2B-4520-BD9B-16D8921CB596}" type="sibTrans" cxnId="{BC93E3B9-9E8A-4C8D-A6DE-7AEA9986290D}">
      <dgm:prSet/>
      <dgm:spPr/>
      <dgm:t>
        <a:bodyPr/>
        <a:lstStyle/>
        <a:p>
          <a:endParaRPr lang="en-US"/>
        </a:p>
      </dgm:t>
    </dgm:pt>
    <dgm:pt modelId="{37D398AA-A9CB-43D8-BD30-9F1F54AAC15C}">
      <dgm:prSet/>
      <dgm:spPr/>
      <dgm:t>
        <a:bodyPr/>
        <a:lstStyle/>
        <a:p>
          <a:r>
            <a:rPr lang="nl-BE" dirty="0"/>
            <a:t>Opname scherm</a:t>
          </a:r>
          <a:endParaRPr lang="en-US" dirty="0"/>
        </a:p>
      </dgm:t>
    </dgm:pt>
    <dgm:pt modelId="{6C4F85CF-7DF9-49B2-987B-79F4BBDCC90A}" type="parTrans" cxnId="{28105CAD-D9F5-4AAE-86B1-45152A44604E}">
      <dgm:prSet/>
      <dgm:spPr/>
      <dgm:t>
        <a:bodyPr/>
        <a:lstStyle/>
        <a:p>
          <a:endParaRPr lang="en-US"/>
        </a:p>
      </dgm:t>
    </dgm:pt>
    <dgm:pt modelId="{725510C9-2B63-4990-B901-8334A2123115}" type="sibTrans" cxnId="{28105CAD-D9F5-4AAE-86B1-45152A44604E}">
      <dgm:prSet/>
      <dgm:spPr/>
      <dgm:t>
        <a:bodyPr/>
        <a:lstStyle/>
        <a:p>
          <a:endParaRPr lang="en-US"/>
        </a:p>
      </dgm:t>
    </dgm:pt>
    <dgm:pt modelId="{453A6606-9D1A-43DF-A38E-4475F7620A8C}">
      <dgm:prSet/>
      <dgm:spPr/>
      <dgm:t>
        <a:bodyPr/>
        <a:lstStyle/>
        <a:p>
          <a:r>
            <a:rPr lang="nl-BE" dirty="0"/>
            <a:t>Live opgevolgd</a:t>
          </a:r>
          <a:endParaRPr lang="en-US" dirty="0"/>
        </a:p>
      </dgm:t>
    </dgm:pt>
    <dgm:pt modelId="{AD6F0072-8DF0-48A9-A8DF-3E4D3BCF0281}" type="parTrans" cxnId="{A2156D6D-96F7-4343-ADF5-665FBF0E5DF3}">
      <dgm:prSet/>
      <dgm:spPr/>
      <dgm:t>
        <a:bodyPr/>
        <a:lstStyle/>
        <a:p>
          <a:endParaRPr lang="en-US"/>
        </a:p>
      </dgm:t>
    </dgm:pt>
    <dgm:pt modelId="{C6E3E7B9-C79A-4E52-BBB0-03C0F9C64538}" type="sibTrans" cxnId="{A2156D6D-96F7-4343-ADF5-665FBF0E5DF3}">
      <dgm:prSet/>
      <dgm:spPr/>
      <dgm:t>
        <a:bodyPr/>
        <a:lstStyle/>
        <a:p>
          <a:endParaRPr lang="en-US"/>
        </a:p>
      </dgm:t>
    </dgm:pt>
    <dgm:pt modelId="{7337EB9D-1B38-43C9-800D-0200BC18A837}">
      <dgm:prSet/>
      <dgm:spPr/>
      <dgm:t>
        <a:bodyPr/>
        <a:lstStyle/>
        <a:p>
          <a:r>
            <a:rPr lang="nl-BE" dirty="0"/>
            <a:t>User </a:t>
          </a:r>
          <a:r>
            <a:rPr lang="nl-BE" dirty="0" err="1"/>
            <a:t>Experience</a:t>
          </a:r>
          <a:r>
            <a:rPr lang="nl-BE" dirty="0"/>
            <a:t> </a:t>
          </a:r>
          <a:r>
            <a:rPr lang="nl-BE" dirty="0" err="1"/>
            <a:t>Quiestionnaire</a:t>
          </a:r>
          <a:r>
            <a:rPr lang="nl-BE" dirty="0"/>
            <a:t> (UEQ)</a:t>
          </a:r>
          <a:endParaRPr lang="en-US" dirty="0"/>
        </a:p>
      </dgm:t>
    </dgm:pt>
    <dgm:pt modelId="{4DF05AD8-ED10-4CA6-A065-788597916FAD}" type="parTrans" cxnId="{6F336E45-7EFA-45E8-878F-4F881253EE39}">
      <dgm:prSet/>
      <dgm:spPr/>
      <dgm:t>
        <a:bodyPr/>
        <a:lstStyle/>
        <a:p>
          <a:endParaRPr lang="en-US"/>
        </a:p>
      </dgm:t>
    </dgm:pt>
    <dgm:pt modelId="{B417F3CA-BBB6-43A4-9B9D-6C928059613A}" type="sibTrans" cxnId="{6F336E45-7EFA-45E8-878F-4F881253EE39}">
      <dgm:prSet/>
      <dgm:spPr/>
      <dgm:t>
        <a:bodyPr/>
        <a:lstStyle/>
        <a:p>
          <a:endParaRPr lang="en-US"/>
        </a:p>
      </dgm:t>
    </dgm:pt>
    <dgm:pt modelId="{6C12F62F-179E-4077-9DC1-035C4B1B6329}">
      <dgm:prSet/>
      <dgm:spPr/>
      <dgm:t>
        <a:bodyPr/>
        <a:lstStyle/>
        <a:p>
          <a:r>
            <a:rPr lang="nl-BE"/>
            <a:t>Vragen/rangschikking</a:t>
          </a:r>
          <a:endParaRPr lang="en-US"/>
        </a:p>
      </dgm:t>
    </dgm:pt>
    <dgm:pt modelId="{DFC10B17-9DA4-46AA-81B1-0B0CACC7B22C}" type="parTrans" cxnId="{A620D737-44D3-4294-8BC9-791893541808}">
      <dgm:prSet/>
      <dgm:spPr/>
      <dgm:t>
        <a:bodyPr/>
        <a:lstStyle/>
        <a:p>
          <a:endParaRPr lang="en-US"/>
        </a:p>
      </dgm:t>
    </dgm:pt>
    <dgm:pt modelId="{A34B1998-1A67-430A-A546-5ADFB5F7FE23}" type="sibTrans" cxnId="{A620D737-44D3-4294-8BC9-791893541808}">
      <dgm:prSet/>
      <dgm:spPr/>
      <dgm:t>
        <a:bodyPr/>
        <a:lstStyle/>
        <a:p>
          <a:endParaRPr lang="en-US"/>
        </a:p>
      </dgm:t>
    </dgm:pt>
    <dgm:pt modelId="{CE8A2025-3E4E-41BE-984C-E717F09FFD47}" type="pres">
      <dgm:prSet presAssocID="{AFBC0DC6-E9E5-4ABE-9088-5B70BEBB1B39}" presName="linear" presStyleCnt="0">
        <dgm:presLayoutVars>
          <dgm:dir/>
          <dgm:animLvl val="lvl"/>
          <dgm:resizeHandles val="exact"/>
        </dgm:presLayoutVars>
      </dgm:prSet>
      <dgm:spPr/>
    </dgm:pt>
    <dgm:pt modelId="{149996A7-7CFB-4C79-8DC7-FDB1885A0412}" type="pres">
      <dgm:prSet presAssocID="{E5C66DAA-0127-493D-9295-19ED12B9C0C5}" presName="parentLin" presStyleCnt="0"/>
      <dgm:spPr/>
    </dgm:pt>
    <dgm:pt modelId="{4D77288F-3BE1-4AD0-B312-78BDAF820FE3}" type="pres">
      <dgm:prSet presAssocID="{E5C66DAA-0127-493D-9295-19ED12B9C0C5}" presName="parentLeftMargin" presStyleLbl="node1" presStyleIdx="0" presStyleCnt="2"/>
      <dgm:spPr/>
    </dgm:pt>
    <dgm:pt modelId="{342C0F4F-DE1E-4DB4-B94A-071837DA535B}" type="pres">
      <dgm:prSet presAssocID="{E5C66DAA-0127-493D-9295-19ED12B9C0C5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F05D2DDC-2E42-43C0-A8B0-F14507014B31}" type="pres">
      <dgm:prSet presAssocID="{E5C66DAA-0127-493D-9295-19ED12B9C0C5}" presName="negativeSpace" presStyleCnt="0"/>
      <dgm:spPr/>
    </dgm:pt>
    <dgm:pt modelId="{17F367F8-5605-432D-8227-20598046014F}" type="pres">
      <dgm:prSet presAssocID="{E5C66DAA-0127-493D-9295-19ED12B9C0C5}" presName="childText" presStyleLbl="conFgAcc1" presStyleIdx="0" presStyleCnt="2">
        <dgm:presLayoutVars>
          <dgm:bulletEnabled val="1"/>
        </dgm:presLayoutVars>
      </dgm:prSet>
      <dgm:spPr/>
    </dgm:pt>
    <dgm:pt modelId="{C24C4E3E-B5F6-4474-8EE5-97AE272EB6E0}" type="pres">
      <dgm:prSet presAssocID="{10B1D011-C798-4F85-B957-9294C17C10FC}" presName="spaceBetweenRectangles" presStyleCnt="0"/>
      <dgm:spPr/>
    </dgm:pt>
    <dgm:pt modelId="{4F8A752F-11B3-416F-8A51-07A5F3687721}" type="pres">
      <dgm:prSet presAssocID="{4452734D-5998-4684-A9F5-9DE15FEEF110}" presName="parentLin" presStyleCnt="0"/>
      <dgm:spPr/>
    </dgm:pt>
    <dgm:pt modelId="{5C2CCB41-18C7-4F05-882A-69C146B8FCD6}" type="pres">
      <dgm:prSet presAssocID="{4452734D-5998-4684-A9F5-9DE15FEEF110}" presName="parentLeftMargin" presStyleLbl="node1" presStyleIdx="0" presStyleCnt="2"/>
      <dgm:spPr/>
    </dgm:pt>
    <dgm:pt modelId="{E002DBCA-EAB5-410F-8F12-D8A049FBE64D}" type="pres">
      <dgm:prSet presAssocID="{4452734D-5998-4684-A9F5-9DE15FEEF110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4D024E62-0B99-46B2-B5D7-86B558A2E7DF}" type="pres">
      <dgm:prSet presAssocID="{4452734D-5998-4684-A9F5-9DE15FEEF110}" presName="negativeSpace" presStyleCnt="0"/>
      <dgm:spPr/>
    </dgm:pt>
    <dgm:pt modelId="{242B54D8-BEBF-445C-A9D2-656DFE2B9D71}" type="pres">
      <dgm:prSet presAssocID="{4452734D-5998-4684-A9F5-9DE15FEEF110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20F1AD0A-D18B-47A1-997C-BA3B5FD38110}" srcId="{E5C66DAA-0127-493D-9295-19ED12B9C0C5}" destId="{1FC72227-8C9D-4EF3-ABF7-A8663E85C5E9}" srcOrd="3" destOrd="0" parTransId="{305B48D3-B560-4B89-B1DB-B9A5EAA36FC3}" sibTransId="{8905A107-CFD3-468F-A0CF-785D6548B64A}"/>
    <dgm:cxn modelId="{F96AAD18-0D70-416F-AF9B-3569268CD4EF}" type="presOf" srcId="{1FC72227-8C9D-4EF3-ABF7-A8663E85C5E9}" destId="{17F367F8-5605-432D-8227-20598046014F}" srcOrd="0" destOrd="3" presId="urn:microsoft.com/office/officeart/2005/8/layout/list1"/>
    <dgm:cxn modelId="{83DD451C-7474-4222-B3DF-7AA77405F0B0}" type="presOf" srcId="{E5C66DAA-0127-493D-9295-19ED12B9C0C5}" destId="{342C0F4F-DE1E-4DB4-B94A-071837DA535B}" srcOrd="1" destOrd="0" presId="urn:microsoft.com/office/officeart/2005/8/layout/list1"/>
    <dgm:cxn modelId="{A620D737-44D3-4294-8BC9-791893541808}" srcId="{4452734D-5998-4684-A9F5-9DE15FEEF110}" destId="{6C12F62F-179E-4077-9DC1-035C4B1B6329}" srcOrd="3" destOrd="0" parTransId="{DFC10B17-9DA4-46AA-81B1-0B0CACC7B22C}" sibTransId="{A34B1998-1A67-430A-A546-5ADFB5F7FE23}"/>
    <dgm:cxn modelId="{148A5538-0E5A-4BDF-AFDD-AFF3F6B8F7A6}" type="presOf" srcId="{DDA2B072-4E33-43D1-A01A-5182FA4DBCB9}" destId="{17F367F8-5605-432D-8227-20598046014F}" srcOrd="0" destOrd="1" presId="urn:microsoft.com/office/officeart/2005/8/layout/list1"/>
    <dgm:cxn modelId="{3E604F64-1920-49A6-9E3E-6CBFC76724B4}" type="presOf" srcId="{E5C66DAA-0127-493D-9295-19ED12B9C0C5}" destId="{4D77288F-3BE1-4AD0-B312-78BDAF820FE3}" srcOrd="0" destOrd="0" presId="urn:microsoft.com/office/officeart/2005/8/layout/list1"/>
    <dgm:cxn modelId="{6F336E45-7EFA-45E8-878F-4F881253EE39}" srcId="{4452734D-5998-4684-A9F5-9DE15FEEF110}" destId="{7337EB9D-1B38-43C9-800D-0200BC18A837}" srcOrd="2" destOrd="0" parTransId="{4DF05AD8-ED10-4CA6-A065-788597916FAD}" sibTransId="{B417F3CA-BBB6-43A4-9B9D-6C928059613A}"/>
    <dgm:cxn modelId="{A2156D6D-96F7-4343-ADF5-665FBF0E5DF3}" srcId="{4452734D-5998-4684-A9F5-9DE15FEEF110}" destId="{453A6606-9D1A-43DF-A38E-4475F7620A8C}" srcOrd="1" destOrd="0" parTransId="{AD6F0072-8DF0-48A9-A8DF-3E4D3BCF0281}" sibTransId="{C6E3E7B9-C79A-4E52-BBB0-03C0F9C64538}"/>
    <dgm:cxn modelId="{01C4D456-CB0A-4D40-9934-077F354FBE8B}" type="presOf" srcId="{AFBC0DC6-E9E5-4ABE-9088-5B70BEBB1B39}" destId="{CE8A2025-3E4E-41BE-984C-E717F09FFD47}" srcOrd="0" destOrd="0" presId="urn:microsoft.com/office/officeart/2005/8/layout/list1"/>
    <dgm:cxn modelId="{D8D29C78-DB95-46E7-A8BC-6729EA8EECB9}" type="presOf" srcId="{4452734D-5998-4684-A9F5-9DE15FEEF110}" destId="{5C2CCB41-18C7-4F05-882A-69C146B8FCD6}" srcOrd="0" destOrd="0" presId="urn:microsoft.com/office/officeart/2005/8/layout/list1"/>
    <dgm:cxn modelId="{17A35379-124D-4197-A236-915C3AE62DCF}" type="presOf" srcId="{37D398AA-A9CB-43D8-BD30-9F1F54AAC15C}" destId="{242B54D8-BEBF-445C-A9D2-656DFE2B9D71}" srcOrd="0" destOrd="0" presId="urn:microsoft.com/office/officeart/2005/8/layout/list1"/>
    <dgm:cxn modelId="{A36C0985-D5DF-439B-B47D-5EE8CEB719AD}" srcId="{E5C66DAA-0127-493D-9295-19ED12B9C0C5}" destId="{77782ECF-AF6D-426B-9E6B-A42753AD9C4A}" srcOrd="0" destOrd="0" parTransId="{24FF3D8A-8757-421B-8313-D136808B9D3D}" sibTransId="{364C6AAB-5CAB-490F-AD28-1CAA97224D87}"/>
    <dgm:cxn modelId="{CB4FF894-E532-469B-A0AA-1D242BF7ECAA}" srcId="{E5C66DAA-0127-493D-9295-19ED12B9C0C5}" destId="{4142FF15-5944-4BA6-BC2A-A7BA1BC61EC7}" srcOrd="2" destOrd="0" parTransId="{2E2BE7D4-6AB5-4149-B865-AF9E35D6F943}" sibTransId="{089E9721-06B1-4A11-AC92-62F65F9FCE96}"/>
    <dgm:cxn modelId="{1AF9C99F-7160-4D24-8031-9177E2E7EE2D}" type="presOf" srcId="{4142FF15-5944-4BA6-BC2A-A7BA1BC61EC7}" destId="{17F367F8-5605-432D-8227-20598046014F}" srcOrd="0" destOrd="2" presId="urn:microsoft.com/office/officeart/2005/8/layout/list1"/>
    <dgm:cxn modelId="{E12263AC-CB12-49F5-8F9F-69CF62B38478}" type="presOf" srcId="{77782ECF-AF6D-426B-9E6B-A42753AD9C4A}" destId="{17F367F8-5605-432D-8227-20598046014F}" srcOrd="0" destOrd="0" presId="urn:microsoft.com/office/officeart/2005/8/layout/list1"/>
    <dgm:cxn modelId="{28105CAD-D9F5-4AAE-86B1-45152A44604E}" srcId="{4452734D-5998-4684-A9F5-9DE15FEEF110}" destId="{37D398AA-A9CB-43D8-BD30-9F1F54AAC15C}" srcOrd="0" destOrd="0" parTransId="{6C4F85CF-7DF9-49B2-987B-79F4BBDCC90A}" sibTransId="{725510C9-2B63-4990-B901-8334A2123115}"/>
    <dgm:cxn modelId="{CD5C5BAF-E959-4735-A82B-5328F6E77633}" type="presOf" srcId="{453A6606-9D1A-43DF-A38E-4475F7620A8C}" destId="{242B54D8-BEBF-445C-A9D2-656DFE2B9D71}" srcOrd="0" destOrd="1" presId="urn:microsoft.com/office/officeart/2005/8/layout/list1"/>
    <dgm:cxn modelId="{BC93E3B9-9E8A-4C8D-A6DE-7AEA9986290D}" srcId="{AFBC0DC6-E9E5-4ABE-9088-5B70BEBB1B39}" destId="{4452734D-5998-4684-A9F5-9DE15FEEF110}" srcOrd="1" destOrd="0" parTransId="{87CFED0D-2417-495B-985A-C5EE1765DAFE}" sibTransId="{7A630EF4-EA2B-4520-BD9B-16D8921CB596}"/>
    <dgm:cxn modelId="{459F7AD0-2D36-49AE-8CFE-66D3F1DE0B22}" srcId="{AFBC0DC6-E9E5-4ABE-9088-5B70BEBB1B39}" destId="{E5C66DAA-0127-493D-9295-19ED12B9C0C5}" srcOrd="0" destOrd="0" parTransId="{FFCE7E57-F712-440F-9B14-75D9D613B5A4}" sibTransId="{10B1D011-C798-4F85-B957-9294C17C10FC}"/>
    <dgm:cxn modelId="{BCC9C4D5-F237-460B-BBA4-79315CF92BB6}" type="presOf" srcId="{4452734D-5998-4684-A9F5-9DE15FEEF110}" destId="{E002DBCA-EAB5-410F-8F12-D8A049FBE64D}" srcOrd="1" destOrd="0" presId="urn:microsoft.com/office/officeart/2005/8/layout/list1"/>
    <dgm:cxn modelId="{DC0875E8-D771-4758-8CB7-77A3575DA8C9}" type="presOf" srcId="{6C12F62F-179E-4077-9DC1-035C4B1B6329}" destId="{242B54D8-BEBF-445C-A9D2-656DFE2B9D71}" srcOrd="0" destOrd="3" presId="urn:microsoft.com/office/officeart/2005/8/layout/list1"/>
    <dgm:cxn modelId="{0B6165EA-F263-4EE4-9099-5354F9D1483E}" srcId="{E5C66DAA-0127-493D-9295-19ED12B9C0C5}" destId="{DDA2B072-4E33-43D1-A01A-5182FA4DBCB9}" srcOrd="1" destOrd="0" parTransId="{9CFAFA54-B799-47E1-9905-E6CBBC125A4C}" sibTransId="{4D230494-A1CF-4A00-91CD-BDDA76F3BBDC}"/>
    <dgm:cxn modelId="{0DEA41EF-9745-4F91-BBA9-F06CF9E2E815}" type="presOf" srcId="{7337EB9D-1B38-43C9-800D-0200BC18A837}" destId="{242B54D8-BEBF-445C-A9D2-656DFE2B9D71}" srcOrd="0" destOrd="2" presId="urn:microsoft.com/office/officeart/2005/8/layout/list1"/>
    <dgm:cxn modelId="{6A0A6390-2B87-4878-ADEC-CEB835D67591}" type="presParOf" srcId="{CE8A2025-3E4E-41BE-984C-E717F09FFD47}" destId="{149996A7-7CFB-4C79-8DC7-FDB1885A0412}" srcOrd="0" destOrd="0" presId="urn:microsoft.com/office/officeart/2005/8/layout/list1"/>
    <dgm:cxn modelId="{520A566A-1EFB-4EA2-B3C9-33F19D349A43}" type="presParOf" srcId="{149996A7-7CFB-4C79-8DC7-FDB1885A0412}" destId="{4D77288F-3BE1-4AD0-B312-78BDAF820FE3}" srcOrd="0" destOrd="0" presId="urn:microsoft.com/office/officeart/2005/8/layout/list1"/>
    <dgm:cxn modelId="{99465AEE-E3E0-42C3-9988-3030759AD8B0}" type="presParOf" srcId="{149996A7-7CFB-4C79-8DC7-FDB1885A0412}" destId="{342C0F4F-DE1E-4DB4-B94A-071837DA535B}" srcOrd="1" destOrd="0" presId="urn:microsoft.com/office/officeart/2005/8/layout/list1"/>
    <dgm:cxn modelId="{CEA81CB7-B47D-45C0-AB6C-A568823C658F}" type="presParOf" srcId="{CE8A2025-3E4E-41BE-984C-E717F09FFD47}" destId="{F05D2DDC-2E42-43C0-A8B0-F14507014B31}" srcOrd="1" destOrd="0" presId="urn:microsoft.com/office/officeart/2005/8/layout/list1"/>
    <dgm:cxn modelId="{A769C7DF-82DB-4A5E-B34F-6F8A01A60926}" type="presParOf" srcId="{CE8A2025-3E4E-41BE-984C-E717F09FFD47}" destId="{17F367F8-5605-432D-8227-20598046014F}" srcOrd="2" destOrd="0" presId="urn:microsoft.com/office/officeart/2005/8/layout/list1"/>
    <dgm:cxn modelId="{DE51C39B-5CB9-436A-B8C8-61CB2777A479}" type="presParOf" srcId="{CE8A2025-3E4E-41BE-984C-E717F09FFD47}" destId="{C24C4E3E-B5F6-4474-8EE5-97AE272EB6E0}" srcOrd="3" destOrd="0" presId="urn:microsoft.com/office/officeart/2005/8/layout/list1"/>
    <dgm:cxn modelId="{373DA1C3-C06A-49AF-941E-4A7065D9BEAC}" type="presParOf" srcId="{CE8A2025-3E4E-41BE-984C-E717F09FFD47}" destId="{4F8A752F-11B3-416F-8A51-07A5F3687721}" srcOrd="4" destOrd="0" presId="urn:microsoft.com/office/officeart/2005/8/layout/list1"/>
    <dgm:cxn modelId="{BE895819-1972-4C10-BC6A-FE33D00DBF51}" type="presParOf" srcId="{4F8A752F-11B3-416F-8A51-07A5F3687721}" destId="{5C2CCB41-18C7-4F05-882A-69C146B8FCD6}" srcOrd="0" destOrd="0" presId="urn:microsoft.com/office/officeart/2005/8/layout/list1"/>
    <dgm:cxn modelId="{951AD8FD-7925-4A65-B64E-AED3579E5E1A}" type="presParOf" srcId="{4F8A752F-11B3-416F-8A51-07A5F3687721}" destId="{E002DBCA-EAB5-410F-8F12-D8A049FBE64D}" srcOrd="1" destOrd="0" presId="urn:microsoft.com/office/officeart/2005/8/layout/list1"/>
    <dgm:cxn modelId="{B700A7E9-719C-485C-8427-B8CD5A0DB1DF}" type="presParOf" srcId="{CE8A2025-3E4E-41BE-984C-E717F09FFD47}" destId="{4D024E62-0B99-46B2-B5D7-86B558A2E7DF}" srcOrd="5" destOrd="0" presId="urn:microsoft.com/office/officeart/2005/8/layout/list1"/>
    <dgm:cxn modelId="{42FD8F42-54CD-4F9C-AAB5-5AC108B9D8CC}" type="presParOf" srcId="{CE8A2025-3E4E-41BE-984C-E717F09FFD47}" destId="{242B54D8-BEBF-445C-A9D2-656DFE2B9D71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881A1406-9127-4129-BA13-5E09D46FDB56}" type="doc">
      <dgm:prSet loTypeId="urn:microsoft.com/office/officeart/2005/8/layout/vList5" loCatId="list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9D9DE977-E466-47E8-871B-50CF2A42F42A}">
      <dgm:prSet/>
      <dgm:spPr/>
      <dgm:t>
        <a:bodyPr/>
        <a:lstStyle/>
        <a:p>
          <a:r>
            <a:rPr lang="nl-BE"/>
            <a:t>Kleine steekproef/populatie</a:t>
          </a:r>
          <a:endParaRPr lang="en-US"/>
        </a:p>
      </dgm:t>
    </dgm:pt>
    <dgm:pt modelId="{9CA4316B-ED3D-4DF9-92A4-A6E524840959}" type="parTrans" cxnId="{3282280F-9F11-444A-A5B5-40070E8BF340}">
      <dgm:prSet/>
      <dgm:spPr/>
      <dgm:t>
        <a:bodyPr/>
        <a:lstStyle/>
        <a:p>
          <a:endParaRPr lang="en-US"/>
        </a:p>
      </dgm:t>
    </dgm:pt>
    <dgm:pt modelId="{0375C9B4-F69A-4A15-8924-56DE85566983}" type="sibTrans" cxnId="{3282280F-9F11-444A-A5B5-40070E8BF340}">
      <dgm:prSet/>
      <dgm:spPr/>
      <dgm:t>
        <a:bodyPr/>
        <a:lstStyle/>
        <a:p>
          <a:endParaRPr lang="en-US"/>
        </a:p>
      </dgm:t>
    </dgm:pt>
    <dgm:pt modelId="{003B14C1-B9AD-422B-B91A-E849AF5554C5}">
      <dgm:prSet/>
      <dgm:spPr/>
      <dgm:t>
        <a:bodyPr/>
        <a:lstStyle/>
        <a:p>
          <a:r>
            <a:rPr lang="nl-BE" dirty="0"/>
            <a:t>Bewust informatica achtergrond</a:t>
          </a:r>
          <a:endParaRPr lang="en-US" dirty="0"/>
        </a:p>
      </dgm:t>
    </dgm:pt>
    <dgm:pt modelId="{D34FE9DA-594F-401A-A260-B77880DCE69B}" type="parTrans" cxnId="{F921F3BB-EAEE-48E9-A470-14CC0E650DD7}">
      <dgm:prSet/>
      <dgm:spPr/>
      <dgm:t>
        <a:bodyPr/>
        <a:lstStyle/>
        <a:p>
          <a:endParaRPr lang="en-US"/>
        </a:p>
      </dgm:t>
    </dgm:pt>
    <dgm:pt modelId="{28FB6D1B-3C22-4CA9-81FC-036CCA578A5F}" type="sibTrans" cxnId="{F921F3BB-EAEE-48E9-A470-14CC0E650DD7}">
      <dgm:prSet/>
      <dgm:spPr/>
      <dgm:t>
        <a:bodyPr/>
        <a:lstStyle/>
        <a:p>
          <a:endParaRPr lang="en-US"/>
        </a:p>
      </dgm:t>
    </dgm:pt>
    <dgm:pt modelId="{F85F3B0E-DC9D-4FAA-B5D7-05AE8D82599B}">
      <dgm:prSet/>
      <dgm:spPr/>
      <dgm:t>
        <a:bodyPr/>
        <a:lstStyle/>
        <a:p>
          <a:r>
            <a:rPr lang="nl-BE"/>
            <a:t>Realistische simulatie</a:t>
          </a:r>
          <a:endParaRPr lang="en-US"/>
        </a:p>
      </dgm:t>
    </dgm:pt>
    <dgm:pt modelId="{B4C4B1AC-3B33-4738-91AD-083E4C86FB71}" type="parTrans" cxnId="{19752EFF-5D8B-46EE-BA2B-15B2D2C14DD8}">
      <dgm:prSet/>
      <dgm:spPr/>
      <dgm:t>
        <a:bodyPr/>
        <a:lstStyle/>
        <a:p>
          <a:endParaRPr lang="en-US"/>
        </a:p>
      </dgm:t>
    </dgm:pt>
    <dgm:pt modelId="{9591D8EF-6769-452A-B02B-68D8200637D8}" type="sibTrans" cxnId="{19752EFF-5D8B-46EE-BA2B-15B2D2C14DD8}">
      <dgm:prSet/>
      <dgm:spPr/>
      <dgm:t>
        <a:bodyPr/>
        <a:lstStyle/>
        <a:p>
          <a:endParaRPr lang="en-US"/>
        </a:p>
      </dgm:t>
    </dgm:pt>
    <dgm:pt modelId="{0C9B5DA7-B648-49D1-8A7C-9BD667734B13}">
      <dgm:prSet/>
      <dgm:spPr/>
      <dgm:t>
        <a:bodyPr/>
        <a:lstStyle/>
        <a:p>
          <a:r>
            <a:rPr lang="nl-BE"/>
            <a:t>Ontbreken van security-experts</a:t>
          </a:r>
          <a:endParaRPr lang="en-US"/>
        </a:p>
      </dgm:t>
    </dgm:pt>
    <dgm:pt modelId="{48B86A60-DAB7-4CA4-A1BF-4EE3672A3DFD}" type="parTrans" cxnId="{0AD45A2E-370F-4230-86BC-20460B9C49AB}">
      <dgm:prSet/>
      <dgm:spPr/>
      <dgm:t>
        <a:bodyPr/>
        <a:lstStyle/>
        <a:p>
          <a:endParaRPr lang="en-US"/>
        </a:p>
      </dgm:t>
    </dgm:pt>
    <dgm:pt modelId="{0E879F87-87FB-491D-9E38-7A7F09E4F7D1}" type="sibTrans" cxnId="{0AD45A2E-370F-4230-86BC-20460B9C49AB}">
      <dgm:prSet/>
      <dgm:spPr/>
      <dgm:t>
        <a:bodyPr/>
        <a:lstStyle/>
        <a:p>
          <a:endParaRPr lang="en-US"/>
        </a:p>
      </dgm:t>
    </dgm:pt>
    <dgm:pt modelId="{E4AF1AB0-4D94-4ABB-9746-6D8E023A59B9}">
      <dgm:prSet/>
      <dgm:spPr/>
      <dgm:t>
        <a:bodyPr/>
        <a:lstStyle/>
        <a:p>
          <a:r>
            <a:rPr lang="nl-BE"/>
            <a:t>Zelfrapportage/bias</a:t>
          </a:r>
          <a:endParaRPr lang="en-US"/>
        </a:p>
      </dgm:t>
    </dgm:pt>
    <dgm:pt modelId="{AC9450DB-DB5B-40CB-A583-B56751E34A62}" type="parTrans" cxnId="{C1B83EFF-AA36-4AAC-9B1D-CFB976C7021D}">
      <dgm:prSet/>
      <dgm:spPr/>
      <dgm:t>
        <a:bodyPr/>
        <a:lstStyle/>
        <a:p>
          <a:endParaRPr lang="en-US"/>
        </a:p>
      </dgm:t>
    </dgm:pt>
    <dgm:pt modelId="{40E02FDC-4516-4BE7-B29C-4AD904869E0A}" type="sibTrans" cxnId="{C1B83EFF-AA36-4AAC-9B1D-CFB976C7021D}">
      <dgm:prSet/>
      <dgm:spPr/>
      <dgm:t>
        <a:bodyPr/>
        <a:lstStyle/>
        <a:p>
          <a:endParaRPr lang="en-US"/>
        </a:p>
      </dgm:t>
    </dgm:pt>
    <dgm:pt modelId="{DD8FE15B-8AB5-4BC7-B309-E559E83C95F7}">
      <dgm:prSet/>
      <dgm:spPr/>
      <dgm:t>
        <a:bodyPr/>
        <a:lstStyle/>
        <a:p>
          <a:r>
            <a:rPr lang="nl-BE"/>
            <a:t>Subjectiviteit</a:t>
          </a:r>
          <a:endParaRPr lang="en-US"/>
        </a:p>
      </dgm:t>
    </dgm:pt>
    <dgm:pt modelId="{3288BD20-CCBD-4832-87F0-EC75D1FEABF0}" type="parTrans" cxnId="{5ADE9408-691B-414F-B39B-27FC5790D9F3}">
      <dgm:prSet/>
      <dgm:spPr/>
      <dgm:t>
        <a:bodyPr/>
        <a:lstStyle/>
        <a:p>
          <a:endParaRPr lang="en-US"/>
        </a:p>
      </dgm:t>
    </dgm:pt>
    <dgm:pt modelId="{76320AD2-B00C-4189-B839-713E54694002}" type="sibTrans" cxnId="{5ADE9408-691B-414F-B39B-27FC5790D9F3}">
      <dgm:prSet/>
      <dgm:spPr/>
      <dgm:t>
        <a:bodyPr/>
        <a:lstStyle/>
        <a:p>
          <a:endParaRPr lang="en-US"/>
        </a:p>
      </dgm:t>
    </dgm:pt>
    <dgm:pt modelId="{118A89D0-BF7D-48ED-B541-BF1D0EE76666}">
      <dgm:prSet/>
      <dgm:spPr/>
      <dgm:t>
        <a:bodyPr/>
        <a:lstStyle/>
        <a:p>
          <a:r>
            <a:rPr lang="nl-BE"/>
            <a:t>Confirmation bias</a:t>
          </a:r>
          <a:endParaRPr lang="en-US"/>
        </a:p>
      </dgm:t>
    </dgm:pt>
    <dgm:pt modelId="{12601A6B-C0E2-4A20-B344-EEEE996127C3}" type="parTrans" cxnId="{FC3DE627-1B18-4D9A-B779-B2DC10D20F8D}">
      <dgm:prSet/>
      <dgm:spPr/>
      <dgm:t>
        <a:bodyPr/>
        <a:lstStyle/>
        <a:p>
          <a:endParaRPr lang="en-US"/>
        </a:p>
      </dgm:t>
    </dgm:pt>
    <dgm:pt modelId="{47019823-4A93-4A0C-8117-C0C31BFCBB6F}" type="sibTrans" cxnId="{FC3DE627-1B18-4D9A-B779-B2DC10D20F8D}">
      <dgm:prSet/>
      <dgm:spPr/>
      <dgm:t>
        <a:bodyPr/>
        <a:lstStyle/>
        <a:p>
          <a:endParaRPr lang="en-US"/>
        </a:p>
      </dgm:t>
    </dgm:pt>
    <dgm:pt modelId="{759026C1-0545-4036-A482-4F17BF51EE85}">
      <dgm:prSet/>
      <dgm:spPr/>
      <dgm:t>
        <a:bodyPr/>
        <a:lstStyle/>
        <a:p>
          <a:r>
            <a:rPr lang="nl-BE"/>
            <a:t>Variatie in geteste versie volgorde</a:t>
          </a:r>
          <a:endParaRPr lang="en-US"/>
        </a:p>
      </dgm:t>
    </dgm:pt>
    <dgm:pt modelId="{2767FAB3-3717-4F1C-B183-271FF1ADC417}" type="parTrans" cxnId="{94F04DED-CCC3-4760-BF0F-D62FCA2D16F0}">
      <dgm:prSet/>
      <dgm:spPr/>
      <dgm:t>
        <a:bodyPr/>
        <a:lstStyle/>
        <a:p>
          <a:endParaRPr lang="en-US"/>
        </a:p>
      </dgm:t>
    </dgm:pt>
    <dgm:pt modelId="{FAC42368-3DF6-4E73-BA85-EBE90D609BDD}" type="sibTrans" cxnId="{94F04DED-CCC3-4760-BF0F-D62FCA2D16F0}">
      <dgm:prSet/>
      <dgm:spPr/>
      <dgm:t>
        <a:bodyPr/>
        <a:lstStyle/>
        <a:p>
          <a:endParaRPr lang="en-US"/>
        </a:p>
      </dgm:t>
    </dgm:pt>
    <dgm:pt modelId="{12622C59-2A63-421C-9632-DF55200C7DA9}">
      <dgm:prSet/>
      <dgm:spPr/>
      <dgm:t>
        <a:bodyPr/>
        <a:lstStyle/>
        <a:p>
          <a:r>
            <a:rPr lang="nl-BE"/>
            <a:t>Beperkte vergelijkingsbasis en duur</a:t>
          </a:r>
          <a:endParaRPr lang="en-US"/>
        </a:p>
      </dgm:t>
    </dgm:pt>
    <dgm:pt modelId="{9B94453D-ED3D-4FFC-B28D-F5B2F7802A79}" type="parTrans" cxnId="{02CF1E30-F1C4-412E-8757-E8C3DE14BBFB}">
      <dgm:prSet/>
      <dgm:spPr/>
      <dgm:t>
        <a:bodyPr/>
        <a:lstStyle/>
        <a:p>
          <a:endParaRPr lang="en-US"/>
        </a:p>
      </dgm:t>
    </dgm:pt>
    <dgm:pt modelId="{D64E5E42-E508-4DC2-8363-758DBA3C0973}" type="sibTrans" cxnId="{02CF1E30-F1C4-412E-8757-E8C3DE14BBFB}">
      <dgm:prSet/>
      <dgm:spPr/>
      <dgm:t>
        <a:bodyPr/>
        <a:lstStyle/>
        <a:p>
          <a:endParaRPr lang="en-US"/>
        </a:p>
      </dgm:t>
    </dgm:pt>
    <dgm:pt modelId="{1036628A-C737-43A0-887E-45C0C4E23B6D}">
      <dgm:prSet/>
      <dgm:spPr/>
      <dgm:t>
        <a:bodyPr/>
        <a:lstStyle/>
        <a:p>
          <a:r>
            <a:rPr lang="nl-BE"/>
            <a:t>Vergelijking met basisversie</a:t>
          </a:r>
          <a:endParaRPr lang="en-US"/>
        </a:p>
      </dgm:t>
    </dgm:pt>
    <dgm:pt modelId="{6461B73A-8B8D-4D1A-834A-27ACE3BE0071}" type="parTrans" cxnId="{A20AEBE0-421F-43CB-B14A-DA9FAC600CBE}">
      <dgm:prSet/>
      <dgm:spPr/>
      <dgm:t>
        <a:bodyPr/>
        <a:lstStyle/>
        <a:p>
          <a:endParaRPr lang="en-US"/>
        </a:p>
      </dgm:t>
    </dgm:pt>
    <dgm:pt modelId="{990C3636-3F00-41A2-85B0-AE58E7F5BACF}" type="sibTrans" cxnId="{A20AEBE0-421F-43CB-B14A-DA9FAC600CBE}">
      <dgm:prSet/>
      <dgm:spPr/>
      <dgm:t>
        <a:bodyPr/>
        <a:lstStyle/>
        <a:p>
          <a:endParaRPr lang="en-US"/>
        </a:p>
      </dgm:t>
    </dgm:pt>
    <dgm:pt modelId="{B41CF0C2-6859-4FAC-A8D2-3082269F641E}">
      <dgm:prSet/>
      <dgm:spPr/>
      <dgm:t>
        <a:bodyPr/>
        <a:lstStyle/>
        <a:p>
          <a:r>
            <a:rPr lang="nl-BE"/>
            <a:t>Gecontroleerd referentiepunt</a:t>
          </a:r>
          <a:endParaRPr lang="en-US"/>
        </a:p>
      </dgm:t>
    </dgm:pt>
    <dgm:pt modelId="{B58F4DDC-AB33-41C4-91C8-FED230659C41}" type="parTrans" cxnId="{8794C474-FA1C-4180-8A34-9EBEA6ED9B9A}">
      <dgm:prSet/>
      <dgm:spPr/>
      <dgm:t>
        <a:bodyPr/>
        <a:lstStyle/>
        <a:p>
          <a:endParaRPr lang="en-US"/>
        </a:p>
      </dgm:t>
    </dgm:pt>
    <dgm:pt modelId="{CA76BC4C-E5EB-4590-9A0E-36859BFFFBA5}" type="sibTrans" cxnId="{8794C474-FA1C-4180-8A34-9EBEA6ED9B9A}">
      <dgm:prSet/>
      <dgm:spPr/>
      <dgm:t>
        <a:bodyPr/>
        <a:lstStyle/>
        <a:p>
          <a:endParaRPr lang="en-US"/>
        </a:p>
      </dgm:t>
    </dgm:pt>
    <dgm:pt modelId="{0068E12F-7BE5-4C8C-BE37-F7D6C5952759}">
      <dgm:prSet/>
      <dgm:spPr/>
      <dgm:t>
        <a:bodyPr/>
        <a:lstStyle/>
        <a:p>
          <a:r>
            <a:rPr lang="nl-BE"/>
            <a:t>Korte eenmalige taken</a:t>
          </a:r>
          <a:endParaRPr lang="en-US"/>
        </a:p>
      </dgm:t>
    </dgm:pt>
    <dgm:pt modelId="{F76CEC46-6BCD-458C-A170-94C0EB98390E}" type="parTrans" cxnId="{A3FB2308-ACEB-4705-9C33-10005DD853AA}">
      <dgm:prSet/>
      <dgm:spPr/>
      <dgm:t>
        <a:bodyPr/>
        <a:lstStyle/>
        <a:p>
          <a:endParaRPr lang="en-US"/>
        </a:p>
      </dgm:t>
    </dgm:pt>
    <dgm:pt modelId="{07092CF5-7688-416C-B495-BCAF4DDC400C}" type="sibTrans" cxnId="{A3FB2308-ACEB-4705-9C33-10005DD853AA}">
      <dgm:prSet/>
      <dgm:spPr/>
      <dgm:t>
        <a:bodyPr/>
        <a:lstStyle/>
        <a:p>
          <a:endParaRPr lang="en-US"/>
        </a:p>
      </dgm:t>
    </dgm:pt>
    <dgm:pt modelId="{13529CFC-FF6A-455C-89E1-453348CA8B47}" type="pres">
      <dgm:prSet presAssocID="{881A1406-9127-4129-BA13-5E09D46FDB56}" presName="Name0" presStyleCnt="0">
        <dgm:presLayoutVars>
          <dgm:dir/>
          <dgm:animLvl val="lvl"/>
          <dgm:resizeHandles val="exact"/>
        </dgm:presLayoutVars>
      </dgm:prSet>
      <dgm:spPr/>
    </dgm:pt>
    <dgm:pt modelId="{BF66EA0A-65DD-468D-B5C2-241BF390D30E}" type="pres">
      <dgm:prSet presAssocID="{9D9DE977-E466-47E8-871B-50CF2A42F42A}" presName="linNode" presStyleCnt="0"/>
      <dgm:spPr/>
    </dgm:pt>
    <dgm:pt modelId="{EB3BF74B-1FD8-406A-A88E-FFA420A685F8}" type="pres">
      <dgm:prSet presAssocID="{9D9DE977-E466-47E8-871B-50CF2A42F42A}" presName="parentText" presStyleLbl="node1" presStyleIdx="0" presStyleCnt="3">
        <dgm:presLayoutVars>
          <dgm:chMax val="1"/>
          <dgm:bulletEnabled val="1"/>
        </dgm:presLayoutVars>
      </dgm:prSet>
      <dgm:spPr/>
    </dgm:pt>
    <dgm:pt modelId="{F4863EB9-8377-46EF-9E38-4A1D8CBA9C97}" type="pres">
      <dgm:prSet presAssocID="{9D9DE977-E466-47E8-871B-50CF2A42F42A}" presName="descendantText" presStyleLbl="alignAccFollowNode1" presStyleIdx="0" presStyleCnt="3">
        <dgm:presLayoutVars>
          <dgm:bulletEnabled val="1"/>
        </dgm:presLayoutVars>
      </dgm:prSet>
      <dgm:spPr/>
    </dgm:pt>
    <dgm:pt modelId="{8C72E943-E081-4F33-B578-508FC1C4600A}" type="pres">
      <dgm:prSet presAssocID="{0375C9B4-F69A-4A15-8924-56DE85566983}" presName="sp" presStyleCnt="0"/>
      <dgm:spPr/>
    </dgm:pt>
    <dgm:pt modelId="{F98AF285-5659-4D29-9FA9-F7F6BDB5D658}" type="pres">
      <dgm:prSet presAssocID="{E4AF1AB0-4D94-4ABB-9746-6D8E023A59B9}" presName="linNode" presStyleCnt="0"/>
      <dgm:spPr/>
    </dgm:pt>
    <dgm:pt modelId="{D4705AEE-85E2-4B3C-B61B-32C373317FBB}" type="pres">
      <dgm:prSet presAssocID="{E4AF1AB0-4D94-4ABB-9746-6D8E023A59B9}" presName="parentText" presStyleLbl="node1" presStyleIdx="1" presStyleCnt="3">
        <dgm:presLayoutVars>
          <dgm:chMax val="1"/>
          <dgm:bulletEnabled val="1"/>
        </dgm:presLayoutVars>
      </dgm:prSet>
      <dgm:spPr/>
    </dgm:pt>
    <dgm:pt modelId="{021C0E2E-E8C6-42F5-8882-72A1B995DD2C}" type="pres">
      <dgm:prSet presAssocID="{E4AF1AB0-4D94-4ABB-9746-6D8E023A59B9}" presName="descendantText" presStyleLbl="alignAccFollowNode1" presStyleIdx="1" presStyleCnt="3">
        <dgm:presLayoutVars>
          <dgm:bulletEnabled val="1"/>
        </dgm:presLayoutVars>
      </dgm:prSet>
      <dgm:spPr/>
    </dgm:pt>
    <dgm:pt modelId="{28E96897-981B-4E65-B4DA-C27DCC27BC38}" type="pres">
      <dgm:prSet presAssocID="{40E02FDC-4516-4BE7-B29C-4AD904869E0A}" presName="sp" presStyleCnt="0"/>
      <dgm:spPr/>
    </dgm:pt>
    <dgm:pt modelId="{9BD60259-EB57-4B2D-A3C4-EDAD42393A2E}" type="pres">
      <dgm:prSet presAssocID="{12622C59-2A63-421C-9632-DF55200C7DA9}" presName="linNode" presStyleCnt="0"/>
      <dgm:spPr/>
    </dgm:pt>
    <dgm:pt modelId="{D8C66BE8-87AC-4519-B969-33B689DEEB55}" type="pres">
      <dgm:prSet presAssocID="{12622C59-2A63-421C-9632-DF55200C7DA9}" presName="parentText" presStyleLbl="node1" presStyleIdx="2" presStyleCnt="3">
        <dgm:presLayoutVars>
          <dgm:chMax val="1"/>
          <dgm:bulletEnabled val="1"/>
        </dgm:presLayoutVars>
      </dgm:prSet>
      <dgm:spPr/>
    </dgm:pt>
    <dgm:pt modelId="{6F4BC45A-D1AC-49CD-BD34-B5EB8607B10B}" type="pres">
      <dgm:prSet presAssocID="{12622C59-2A63-421C-9632-DF55200C7DA9}" presName="descendantText" presStyleLbl="alignAccFollowNode1" presStyleIdx="2" presStyleCnt="3">
        <dgm:presLayoutVars>
          <dgm:bulletEnabled val="1"/>
        </dgm:presLayoutVars>
      </dgm:prSet>
      <dgm:spPr/>
    </dgm:pt>
  </dgm:ptLst>
  <dgm:cxnLst>
    <dgm:cxn modelId="{A3FB2308-ACEB-4705-9C33-10005DD853AA}" srcId="{12622C59-2A63-421C-9632-DF55200C7DA9}" destId="{0068E12F-7BE5-4C8C-BE37-F7D6C5952759}" srcOrd="2" destOrd="0" parTransId="{F76CEC46-6BCD-458C-A170-94C0EB98390E}" sibTransId="{07092CF5-7688-416C-B495-BCAF4DDC400C}"/>
    <dgm:cxn modelId="{5ADE9408-691B-414F-B39B-27FC5790D9F3}" srcId="{E4AF1AB0-4D94-4ABB-9746-6D8E023A59B9}" destId="{DD8FE15B-8AB5-4BC7-B309-E559E83C95F7}" srcOrd="0" destOrd="0" parTransId="{3288BD20-CCBD-4832-87F0-EC75D1FEABF0}" sibTransId="{76320AD2-B00C-4189-B839-713E54694002}"/>
    <dgm:cxn modelId="{6C27F208-2919-45A1-B431-5586D8D493DB}" type="presOf" srcId="{0068E12F-7BE5-4C8C-BE37-F7D6C5952759}" destId="{6F4BC45A-D1AC-49CD-BD34-B5EB8607B10B}" srcOrd="0" destOrd="2" presId="urn:microsoft.com/office/officeart/2005/8/layout/vList5"/>
    <dgm:cxn modelId="{DAC6100B-7CA3-4673-AFB2-EB3B2F868B80}" type="presOf" srcId="{759026C1-0545-4036-A482-4F17BF51EE85}" destId="{021C0E2E-E8C6-42F5-8882-72A1B995DD2C}" srcOrd="0" destOrd="2" presId="urn:microsoft.com/office/officeart/2005/8/layout/vList5"/>
    <dgm:cxn modelId="{3282280F-9F11-444A-A5B5-40070E8BF340}" srcId="{881A1406-9127-4129-BA13-5E09D46FDB56}" destId="{9D9DE977-E466-47E8-871B-50CF2A42F42A}" srcOrd="0" destOrd="0" parTransId="{9CA4316B-ED3D-4DF9-92A4-A6E524840959}" sibTransId="{0375C9B4-F69A-4A15-8924-56DE85566983}"/>
    <dgm:cxn modelId="{C8D00821-F8A0-4E84-BDCA-911459FDE38A}" type="presOf" srcId="{DD8FE15B-8AB5-4BC7-B309-E559E83C95F7}" destId="{021C0E2E-E8C6-42F5-8882-72A1B995DD2C}" srcOrd="0" destOrd="0" presId="urn:microsoft.com/office/officeart/2005/8/layout/vList5"/>
    <dgm:cxn modelId="{FC3DE627-1B18-4D9A-B779-B2DC10D20F8D}" srcId="{E4AF1AB0-4D94-4ABB-9746-6D8E023A59B9}" destId="{118A89D0-BF7D-48ED-B541-BF1D0EE76666}" srcOrd="1" destOrd="0" parTransId="{12601A6B-C0E2-4A20-B344-EEEE996127C3}" sibTransId="{47019823-4A93-4A0C-8117-C0C31BFCBB6F}"/>
    <dgm:cxn modelId="{1A352228-C2F3-4A41-BD52-933B01221019}" type="presOf" srcId="{E4AF1AB0-4D94-4ABB-9746-6D8E023A59B9}" destId="{D4705AEE-85E2-4B3C-B61B-32C373317FBB}" srcOrd="0" destOrd="0" presId="urn:microsoft.com/office/officeart/2005/8/layout/vList5"/>
    <dgm:cxn modelId="{83C9F028-13B2-4550-B6E9-9392FEDF3323}" type="presOf" srcId="{12622C59-2A63-421C-9632-DF55200C7DA9}" destId="{D8C66BE8-87AC-4519-B969-33B689DEEB55}" srcOrd="0" destOrd="0" presId="urn:microsoft.com/office/officeart/2005/8/layout/vList5"/>
    <dgm:cxn modelId="{0AD45A2E-370F-4230-86BC-20460B9C49AB}" srcId="{9D9DE977-E466-47E8-871B-50CF2A42F42A}" destId="{0C9B5DA7-B648-49D1-8A7C-9BD667734B13}" srcOrd="2" destOrd="0" parTransId="{48B86A60-DAB7-4CA4-A1BF-4EE3672A3DFD}" sibTransId="{0E879F87-87FB-491D-9E38-7A7F09E4F7D1}"/>
    <dgm:cxn modelId="{02CF1E30-F1C4-412E-8757-E8C3DE14BBFB}" srcId="{881A1406-9127-4129-BA13-5E09D46FDB56}" destId="{12622C59-2A63-421C-9632-DF55200C7DA9}" srcOrd="2" destOrd="0" parTransId="{9B94453D-ED3D-4FFC-B28D-F5B2F7802A79}" sibTransId="{D64E5E42-E508-4DC2-8363-758DBA3C0973}"/>
    <dgm:cxn modelId="{092BC631-A7FC-4B54-B925-3FCD569B88B0}" type="presOf" srcId="{0C9B5DA7-B648-49D1-8A7C-9BD667734B13}" destId="{F4863EB9-8377-46EF-9E38-4A1D8CBA9C97}" srcOrd="0" destOrd="2" presId="urn:microsoft.com/office/officeart/2005/8/layout/vList5"/>
    <dgm:cxn modelId="{0F14A448-BA4F-4818-A355-118AF28F4023}" type="presOf" srcId="{1036628A-C737-43A0-887E-45C0C4E23B6D}" destId="{6F4BC45A-D1AC-49CD-BD34-B5EB8607B10B}" srcOrd="0" destOrd="0" presId="urn:microsoft.com/office/officeart/2005/8/layout/vList5"/>
    <dgm:cxn modelId="{A0308D4F-3C5E-4275-ADCD-45D8A9738DE9}" type="presOf" srcId="{9D9DE977-E466-47E8-871B-50CF2A42F42A}" destId="{EB3BF74B-1FD8-406A-A88E-FFA420A685F8}" srcOrd="0" destOrd="0" presId="urn:microsoft.com/office/officeart/2005/8/layout/vList5"/>
    <dgm:cxn modelId="{77F00650-4789-4A7A-9363-65DA32EC649D}" type="presOf" srcId="{F85F3B0E-DC9D-4FAA-B5D7-05AE8D82599B}" destId="{F4863EB9-8377-46EF-9E38-4A1D8CBA9C97}" srcOrd="0" destOrd="1" presId="urn:microsoft.com/office/officeart/2005/8/layout/vList5"/>
    <dgm:cxn modelId="{8794C474-FA1C-4180-8A34-9EBEA6ED9B9A}" srcId="{12622C59-2A63-421C-9632-DF55200C7DA9}" destId="{B41CF0C2-6859-4FAC-A8D2-3082269F641E}" srcOrd="1" destOrd="0" parTransId="{B58F4DDC-AB33-41C4-91C8-FED230659C41}" sibTransId="{CA76BC4C-E5EB-4590-9A0E-36859BFFFBA5}"/>
    <dgm:cxn modelId="{EBCE4F58-A3CD-4AAB-A09F-D171829765BB}" type="presOf" srcId="{B41CF0C2-6859-4FAC-A8D2-3082269F641E}" destId="{6F4BC45A-D1AC-49CD-BD34-B5EB8607B10B}" srcOrd="0" destOrd="1" presId="urn:microsoft.com/office/officeart/2005/8/layout/vList5"/>
    <dgm:cxn modelId="{F15A5BA3-62C4-4928-87A4-45693B4DF3DC}" type="presOf" srcId="{118A89D0-BF7D-48ED-B541-BF1D0EE76666}" destId="{021C0E2E-E8C6-42F5-8882-72A1B995DD2C}" srcOrd="0" destOrd="1" presId="urn:microsoft.com/office/officeart/2005/8/layout/vList5"/>
    <dgm:cxn modelId="{F921F3BB-EAEE-48E9-A470-14CC0E650DD7}" srcId="{9D9DE977-E466-47E8-871B-50CF2A42F42A}" destId="{003B14C1-B9AD-422B-B91A-E849AF5554C5}" srcOrd="0" destOrd="0" parTransId="{D34FE9DA-594F-401A-A260-B77880DCE69B}" sibTransId="{28FB6D1B-3C22-4CA9-81FC-036CCA578A5F}"/>
    <dgm:cxn modelId="{12140FC9-575F-4759-B138-366F8B62B273}" type="presOf" srcId="{003B14C1-B9AD-422B-B91A-E849AF5554C5}" destId="{F4863EB9-8377-46EF-9E38-4A1D8CBA9C97}" srcOrd="0" destOrd="0" presId="urn:microsoft.com/office/officeart/2005/8/layout/vList5"/>
    <dgm:cxn modelId="{F9464EE0-81CA-4335-8703-0E1AAA01E43F}" type="presOf" srcId="{881A1406-9127-4129-BA13-5E09D46FDB56}" destId="{13529CFC-FF6A-455C-89E1-453348CA8B47}" srcOrd="0" destOrd="0" presId="urn:microsoft.com/office/officeart/2005/8/layout/vList5"/>
    <dgm:cxn modelId="{A20AEBE0-421F-43CB-B14A-DA9FAC600CBE}" srcId="{12622C59-2A63-421C-9632-DF55200C7DA9}" destId="{1036628A-C737-43A0-887E-45C0C4E23B6D}" srcOrd="0" destOrd="0" parTransId="{6461B73A-8B8D-4D1A-834A-27ACE3BE0071}" sibTransId="{990C3636-3F00-41A2-85B0-AE58E7F5BACF}"/>
    <dgm:cxn modelId="{94F04DED-CCC3-4760-BF0F-D62FCA2D16F0}" srcId="{E4AF1AB0-4D94-4ABB-9746-6D8E023A59B9}" destId="{759026C1-0545-4036-A482-4F17BF51EE85}" srcOrd="2" destOrd="0" parTransId="{2767FAB3-3717-4F1C-B183-271FF1ADC417}" sibTransId="{FAC42368-3DF6-4E73-BA85-EBE90D609BDD}"/>
    <dgm:cxn modelId="{19752EFF-5D8B-46EE-BA2B-15B2D2C14DD8}" srcId="{9D9DE977-E466-47E8-871B-50CF2A42F42A}" destId="{F85F3B0E-DC9D-4FAA-B5D7-05AE8D82599B}" srcOrd="1" destOrd="0" parTransId="{B4C4B1AC-3B33-4738-91AD-083E4C86FB71}" sibTransId="{9591D8EF-6769-452A-B02B-68D8200637D8}"/>
    <dgm:cxn modelId="{C1B83EFF-AA36-4AAC-9B1D-CFB976C7021D}" srcId="{881A1406-9127-4129-BA13-5E09D46FDB56}" destId="{E4AF1AB0-4D94-4ABB-9746-6D8E023A59B9}" srcOrd="1" destOrd="0" parTransId="{AC9450DB-DB5B-40CB-A583-B56751E34A62}" sibTransId="{40E02FDC-4516-4BE7-B29C-4AD904869E0A}"/>
    <dgm:cxn modelId="{B56F082C-425F-49D1-81E1-DA5415D8D09D}" type="presParOf" srcId="{13529CFC-FF6A-455C-89E1-453348CA8B47}" destId="{BF66EA0A-65DD-468D-B5C2-241BF390D30E}" srcOrd="0" destOrd="0" presId="urn:microsoft.com/office/officeart/2005/8/layout/vList5"/>
    <dgm:cxn modelId="{2566EE52-3F06-48BF-A01F-5E3E4EEAF1A0}" type="presParOf" srcId="{BF66EA0A-65DD-468D-B5C2-241BF390D30E}" destId="{EB3BF74B-1FD8-406A-A88E-FFA420A685F8}" srcOrd="0" destOrd="0" presId="urn:microsoft.com/office/officeart/2005/8/layout/vList5"/>
    <dgm:cxn modelId="{2836298A-D3E2-42EF-BA57-7F9441DC4391}" type="presParOf" srcId="{BF66EA0A-65DD-468D-B5C2-241BF390D30E}" destId="{F4863EB9-8377-46EF-9E38-4A1D8CBA9C97}" srcOrd="1" destOrd="0" presId="urn:microsoft.com/office/officeart/2005/8/layout/vList5"/>
    <dgm:cxn modelId="{65229455-2686-4EA1-BF02-129DB968C710}" type="presParOf" srcId="{13529CFC-FF6A-455C-89E1-453348CA8B47}" destId="{8C72E943-E081-4F33-B578-508FC1C4600A}" srcOrd="1" destOrd="0" presId="urn:microsoft.com/office/officeart/2005/8/layout/vList5"/>
    <dgm:cxn modelId="{C59C6A19-1A55-48AD-9040-AE20C72526E8}" type="presParOf" srcId="{13529CFC-FF6A-455C-89E1-453348CA8B47}" destId="{F98AF285-5659-4D29-9FA9-F7F6BDB5D658}" srcOrd="2" destOrd="0" presId="urn:microsoft.com/office/officeart/2005/8/layout/vList5"/>
    <dgm:cxn modelId="{D495ACCC-BA2F-41F4-884A-A30A3B65CA08}" type="presParOf" srcId="{F98AF285-5659-4D29-9FA9-F7F6BDB5D658}" destId="{D4705AEE-85E2-4B3C-B61B-32C373317FBB}" srcOrd="0" destOrd="0" presId="urn:microsoft.com/office/officeart/2005/8/layout/vList5"/>
    <dgm:cxn modelId="{03ADC39D-BBA9-4788-93E0-36FC54EB2242}" type="presParOf" srcId="{F98AF285-5659-4D29-9FA9-F7F6BDB5D658}" destId="{021C0E2E-E8C6-42F5-8882-72A1B995DD2C}" srcOrd="1" destOrd="0" presId="urn:microsoft.com/office/officeart/2005/8/layout/vList5"/>
    <dgm:cxn modelId="{F22B9F88-1B35-4D1B-A244-3C2B100D42B6}" type="presParOf" srcId="{13529CFC-FF6A-455C-89E1-453348CA8B47}" destId="{28E96897-981B-4E65-B4DA-C27DCC27BC38}" srcOrd="3" destOrd="0" presId="urn:microsoft.com/office/officeart/2005/8/layout/vList5"/>
    <dgm:cxn modelId="{7A4C7ECC-8AAB-4012-BB96-045551445D8F}" type="presParOf" srcId="{13529CFC-FF6A-455C-89E1-453348CA8B47}" destId="{9BD60259-EB57-4B2D-A3C4-EDAD42393A2E}" srcOrd="4" destOrd="0" presId="urn:microsoft.com/office/officeart/2005/8/layout/vList5"/>
    <dgm:cxn modelId="{2F070171-FEB6-440D-88D9-ABE82EEE0EA3}" type="presParOf" srcId="{9BD60259-EB57-4B2D-A3C4-EDAD42393A2E}" destId="{D8C66BE8-87AC-4519-B969-33B689DEEB55}" srcOrd="0" destOrd="0" presId="urn:microsoft.com/office/officeart/2005/8/layout/vList5"/>
    <dgm:cxn modelId="{63B7AA7D-4458-4CCB-80B0-B51C12CB80DE}" type="presParOf" srcId="{9BD60259-EB57-4B2D-A3C4-EDAD42393A2E}" destId="{6F4BC45A-D1AC-49CD-BD34-B5EB8607B10B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424BC47A-3345-48C8-A87F-D6E04AAA26E9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787713E3-0450-437A-8919-18C10E4BF486}">
      <dgm:prSet/>
      <dgm:spPr/>
      <dgm:t>
        <a:bodyPr/>
        <a:lstStyle/>
        <a:p>
          <a:r>
            <a:rPr lang="nl-BE"/>
            <a:t>1. Welke basisfunctionaliteit is minimaal noodzakelijk om threat modeling met fortunately‑unfortunately trees te ondersteunen?</a:t>
          </a:r>
          <a:endParaRPr lang="en-US"/>
        </a:p>
      </dgm:t>
    </dgm:pt>
    <dgm:pt modelId="{480A02F4-F2CB-4392-ACB6-4A208FD4863C}" type="parTrans" cxnId="{DDFE1A7E-5755-4C1E-9FE1-92C249F3402E}">
      <dgm:prSet/>
      <dgm:spPr/>
      <dgm:t>
        <a:bodyPr/>
        <a:lstStyle/>
        <a:p>
          <a:endParaRPr lang="en-US"/>
        </a:p>
      </dgm:t>
    </dgm:pt>
    <dgm:pt modelId="{E14C86D6-4CC3-4278-8B8F-A86C76E841DD}" type="sibTrans" cxnId="{DDFE1A7E-5755-4C1E-9FE1-92C249F3402E}">
      <dgm:prSet/>
      <dgm:spPr/>
      <dgm:t>
        <a:bodyPr/>
        <a:lstStyle/>
        <a:p>
          <a:endParaRPr lang="en-US"/>
        </a:p>
      </dgm:t>
    </dgm:pt>
    <dgm:pt modelId="{D099E59A-91BF-4FB0-B27D-13E6778B8EE4}">
      <dgm:prSet/>
      <dgm:spPr/>
      <dgm:t>
        <a:bodyPr/>
        <a:lstStyle/>
        <a:p>
          <a:r>
            <a:rPr lang="nl-BE"/>
            <a:t>Node-creatie</a:t>
          </a:r>
          <a:endParaRPr lang="en-US"/>
        </a:p>
      </dgm:t>
    </dgm:pt>
    <dgm:pt modelId="{5989C5B9-AD8F-450B-A048-2ED9CE543E47}" type="parTrans" cxnId="{F0CEB3DD-C825-4684-96B8-6AE6BC223852}">
      <dgm:prSet/>
      <dgm:spPr/>
      <dgm:t>
        <a:bodyPr/>
        <a:lstStyle/>
        <a:p>
          <a:endParaRPr lang="en-US"/>
        </a:p>
      </dgm:t>
    </dgm:pt>
    <dgm:pt modelId="{2A71CC5A-BB2A-434E-BA0C-4FA7CC9F5563}" type="sibTrans" cxnId="{F0CEB3DD-C825-4684-96B8-6AE6BC223852}">
      <dgm:prSet/>
      <dgm:spPr/>
      <dgm:t>
        <a:bodyPr/>
        <a:lstStyle/>
        <a:p>
          <a:endParaRPr lang="en-US"/>
        </a:p>
      </dgm:t>
    </dgm:pt>
    <dgm:pt modelId="{D77D70AB-0075-49D1-9D46-3EDDE6FDAD55}">
      <dgm:prSet/>
      <dgm:spPr/>
      <dgm:t>
        <a:bodyPr/>
        <a:lstStyle/>
        <a:p>
          <a:r>
            <a:rPr lang="nl-BE"/>
            <a:t>Uitklappen/inklappen</a:t>
          </a:r>
          <a:endParaRPr lang="en-US"/>
        </a:p>
      </dgm:t>
    </dgm:pt>
    <dgm:pt modelId="{72A3AF15-3139-4689-BEC6-030B643B5197}" type="parTrans" cxnId="{5D3FF43E-F31E-4A9D-98B2-A75FB4B411C9}">
      <dgm:prSet/>
      <dgm:spPr/>
      <dgm:t>
        <a:bodyPr/>
        <a:lstStyle/>
        <a:p>
          <a:endParaRPr lang="en-US"/>
        </a:p>
      </dgm:t>
    </dgm:pt>
    <dgm:pt modelId="{BC8FA87F-FF15-4C13-AB57-D9D909AB3F77}" type="sibTrans" cxnId="{5D3FF43E-F31E-4A9D-98B2-A75FB4B411C9}">
      <dgm:prSet/>
      <dgm:spPr/>
      <dgm:t>
        <a:bodyPr/>
        <a:lstStyle/>
        <a:p>
          <a:endParaRPr lang="en-US"/>
        </a:p>
      </dgm:t>
    </dgm:pt>
    <dgm:pt modelId="{755E11EE-FE68-451B-82CE-643CADA5800C}">
      <dgm:prSet/>
      <dgm:spPr/>
      <dgm:t>
        <a:bodyPr/>
        <a:lstStyle/>
        <a:p>
          <a:r>
            <a:rPr lang="nl-BE" dirty="0"/>
            <a:t>Zoeken</a:t>
          </a:r>
          <a:endParaRPr lang="en-US" dirty="0"/>
        </a:p>
      </dgm:t>
    </dgm:pt>
    <dgm:pt modelId="{FD291748-AE2B-46A7-B549-7D7E6AE1CD3C}" type="parTrans" cxnId="{32F4B5F8-77D4-488E-B7DD-20F232EF5326}">
      <dgm:prSet/>
      <dgm:spPr/>
      <dgm:t>
        <a:bodyPr/>
        <a:lstStyle/>
        <a:p>
          <a:endParaRPr lang="en-US"/>
        </a:p>
      </dgm:t>
    </dgm:pt>
    <dgm:pt modelId="{5A082101-C191-4A7D-9F2F-F16DBFCEC09F}" type="sibTrans" cxnId="{32F4B5F8-77D4-488E-B7DD-20F232EF5326}">
      <dgm:prSet/>
      <dgm:spPr/>
      <dgm:t>
        <a:bodyPr/>
        <a:lstStyle/>
        <a:p>
          <a:endParaRPr lang="en-US"/>
        </a:p>
      </dgm:t>
    </dgm:pt>
    <dgm:pt modelId="{1DC138F8-C657-474F-9070-381AFB8CFB1F}">
      <dgm:prSet/>
      <dgm:spPr/>
      <dgm:t>
        <a:bodyPr/>
        <a:lstStyle/>
        <a:p>
          <a:r>
            <a:rPr lang="nl-BE"/>
            <a:t>2. Welke extra functies (bv. filters, zoekfuncties, statusiconen en visuele structuren) worden door gebruikers als het meest nuttig ervaren?</a:t>
          </a:r>
          <a:endParaRPr lang="en-US"/>
        </a:p>
      </dgm:t>
    </dgm:pt>
    <dgm:pt modelId="{830FDEC0-D4A8-443C-9D83-71D608DFAACF}" type="parTrans" cxnId="{0272AF06-38FA-43E0-AE48-CC46B057D751}">
      <dgm:prSet/>
      <dgm:spPr/>
      <dgm:t>
        <a:bodyPr/>
        <a:lstStyle/>
        <a:p>
          <a:endParaRPr lang="en-US"/>
        </a:p>
      </dgm:t>
    </dgm:pt>
    <dgm:pt modelId="{42C5F84B-F9B2-4A4F-9B39-22F329CB535D}" type="sibTrans" cxnId="{0272AF06-38FA-43E0-AE48-CC46B057D751}">
      <dgm:prSet/>
      <dgm:spPr/>
      <dgm:t>
        <a:bodyPr/>
        <a:lstStyle/>
        <a:p>
          <a:endParaRPr lang="en-US"/>
        </a:p>
      </dgm:t>
    </dgm:pt>
    <dgm:pt modelId="{0A7AF00A-7FE3-422B-A010-30858DE12729}">
      <dgm:prSet/>
      <dgm:spPr/>
      <dgm:t>
        <a:bodyPr/>
        <a:lstStyle/>
        <a:p>
          <a:r>
            <a:rPr lang="nl-BE"/>
            <a:t>Filtering op node-status</a:t>
          </a:r>
          <a:endParaRPr lang="en-US"/>
        </a:p>
      </dgm:t>
    </dgm:pt>
    <dgm:pt modelId="{262F53E8-6C9E-4755-BDC9-EEED6D6C8CE4}" type="parTrans" cxnId="{603E9906-49A2-423A-A397-0525A8530994}">
      <dgm:prSet/>
      <dgm:spPr/>
      <dgm:t>
        <a:bodyPr/>
        <a:lstStyle/>
        <a:p>
          <a:endParaRPr lang="en-US"/>
        </a:p>
      </dgm:t>
    </dgm:pt>
    <dgm:pt modelId="{C93A3F25-2DE5-45DE-8C70-26A69842F85F}" type="sibTrans" cxnId="{603E9906-49A2-423A-A397-0525A8530994}">
      <dgm:prSet/>
      <dgm:spPr/>
      <dgm:t>
        <a:bodyPr/>
        <a:lstStyle/>
        <a:p>
          <a:endParaRPr lang="en-US"/>
        </a:p>
      </dgm:t>
    </dgm:pt>
    <dgm:pt modelId="{AC7B6C2D-DB6D-4445-BD71-60CF3361DBA3}">
      <dgm:prSet/>
      <dgm:spPr/>
      <dgm:t>
        <a:bodyPr/>
        <a:lstStyle/>
        <a:p>
          <a:r>
            <a:rPr lang="nl-BE"/>
            <a:t>Aantal nodes per status</a:t>
          </a:r>
          <a:endParaRPr lang="en-US"/>
        </a:p>
      </dgm:t>
    </dgm:pt>
    <dgm:pt modelId="{13886A1C-FE39-408F-8E86-6A075553FF8F}" type="parTrans" cxnId="{CCDE1D4D-4B0B-44CC-B6EC-8DD08C697328}">
      <dgm:prSet/>
      <dgm:spPr/>
      <dgm:t>
        <a:bodyPr/>
        <a:lstStyle/>
        <a:p>
          <a:endParaRPr lang="en-US"/>
        </a:p>
      </dgm:t>
    </dgm:pt>
    <dgm:pt modelId="{D2B74854-06EC-45BD-B9A7-3997921D08DE}" type="sibTrans" cxnId="{CCDE1D4D-4B0B-44CC-B6EC-8DD08C697328}">
      <dgm:prSet/>
      <dgm:spPr/>
      <dgm:t>
        <a:bodyPr/>
        <a:lstStyle/>
        <a:p>
          <a:endParaRPr lang="en-US"/>
        </a:p>
      </dgm:t>
    </dgm:pt>
    <dgm:pt modelId="{DBF178B3-F48E-4FB7-94FD-CB8957CC0134}">
      <dgm:prSet/>
      <dgm:spPr/>
      <dgm:t>
        <a:bodyPr/>
        <a:lstStyle/>
        <a:p>
          <a:r>
            <a:rPr lang="nl-BE"/>
            <a:t>Classificering via het schild-icoon</a:t>
          </a:r>
          <a:endParaRPr lang="en-US"/>
        </a:p>
      </dgm:t>
    </dgm:pt>
    <dgm:pt modelId="{9AFB49AC-95D4-4E65-BB70-4929BAA4694F}" type="parTrans" cxnId="{0244FFCF-3F5D-4B81-B503-EAC1D40116C5}">
      <dgm:prSet/>
      <dgm:spPr/>
      <dgm:t>
        <a:bodyPr/>
        <a:lstStyle/>
        <a:p>
          <a:endParaRPr lang="en-US"/>
        </a:p>
      </dgm:t>
    </dgm:pt>
    <dgm:pt modelId="{A83C9BAD-544A-4877-BA76-55215DE17D31}" type="sibTrans" cxnId="{0244FFCF-3F5D-4B81-B503-EAC1D40116C5}">
      <dgm:prSet/>
      <dgm:spPr/>
      <dgm:t>
        <a:bodyPr/>
        <a:lstStyle/>
        <a:p>
          <a:endParaRPr lang="en-US"/>
        </a:p>
      </dgm:t>
    </dgm:pt>
    <dgm:pt modelId="{90958938-1EB4-408F-BDF3-09D932593AA0}">
      <dgm:prSet/>
      <dgm:spPr/>
      <dgm:t>
        <a:bodyPr/>
        <a:lstStyle/>
        <a:p>
          <a:r>
            <a:rPr lang="nl-BE"/>
            <a:t>3. Hoe verhoudt de voorgestelde tool zich qua gebruiksvriendelijkheid en effectiviteit ten opzichte van een basisversie van mindmapsoftware?</a:t>
          </a:r>
          <a:endParaRPr lang="en-US"/>
        </a:p>
      </dgm:t>
    </dgm:pt>
    <dgm:pt modelId="{B69B92BF-83C7-4B0E-B566-E68D3537A85D}" type="parTrans" cxnId="{07AFC182-7F1C-4883-A22C-3AD8A10E6EE0}">
      <dgm:prSet/>
      <dgm:spPr/>
      <dgm:t>
        <a:bodyPr/>
        <a:lstStyle/>
        <a:p>
          <a:endParaRPr lang="en-US"/>
        </a:p>
      </dgm:t>
    </dgm:pt>
    <dgm:pt modelId="{66FB041D-9736-4A20-BE55-2EDAA9C37A06}" type="sibTrans" cxnId="{07AFC182-7F1C-4883-A22C-3AD8A10E6EE0}">
      <dgm:prSet/>
      <dgm:spPr/>
      <dgm:t>
        <a:bodyPr/>
        <a:lstStyle/>
        <a:p>
          <a:endParaRPr lang="en-US"/>
        </a:p>
      </dgm:t>
    </dgm:pt>
    <dgm:pt modelId="{A3DA844F-C942-4099-9350-87AED88F3A90}">
      <dgm:prSet/>
      <dgm:spPr/>
      <dgm:t>
        <a:bodyPr/>
        <a:lstStyle/>
        <a:p>
          <a:r>
            <a:rPr lang="nl-BE"/>
            <a:t>Betere gebruiksvriendelijkheid</a:t>
          </a:r>
          <a:endParaRPr lang="en-US"/>
        </a:p>
      </dgm:t>
    </dgm:pt>
    <dgm:pt modelId="{79782BA1-60D1-4E3F-BD89-56B1A83A2FD2}" type="parTrans" cxnId="{683AE2B3-EEF4-4D5C-B04C-B35E41C4526F}">
      <dgm:prSet/>
      <dgm:spPr/>
      <dgm:t>
        <a:bodyPr/>
        <a:lstStyle/>
        <a:p>
          <a:endParaRPr lang="en-US"/>
        </a:p>
      </dgm:t>
    </dgm:pt>
    <dgm:pt modelId="{BC67C20A-2772-4EC5-8DAF-E7D48900AA65}" type="sibTrans" cxnId="{683AE2B3-EEF4-4D5C-B04C-B35E41C4526F}">
      <dgm:prSet/>
      <dgm:spPr/>
      <dgm:t>
        <a:bodyPr/>
        <a:lstStyle/>
        <a:p>
          <a:endParaRPr lang="en-US"/>
        </a:p>
      </dgm:t>
    </dgm:pt>
    <dgm:pt modelId="{FEF8D11C-3386-4FA2-BA55-5658A56DABB9}">
      <dgm:prSet/>
      <dgm:spPr/>
      <dgm:t>
        <a:bodyPr/>
        <a:lstStyle/>
        <a:p>
          <a:r>
            <a:rPr lang="nl-BE"/>
            <a:t>Betere effectiviteit</a:t>
          </a:r>
          <a:endParaRPr lang="en-US"/>
        </a:p>
      </dgm:t>
    </dgm:pt>
    <dgm:pt modelId="{196ED5D0-1A9D-4B94-8175-1868831D484A}" type="parTrans" cxnId="{B0E24FB4-0AEF-4C77-B145-9766A942EE35}">
      <dgm:prSet/>
      <dgm:spPr/>
      <dgm:t>
        <a:bodyPr/>
        <a:lstStyle/>
        <a:p>
          <a:endParaRPr lang="en-US"/>
        </a:p>
      </dgm:t>
    </dgm:pt>
    <dgm:pt modelId="{BAABB4E5-018F-422F-8F85-C6CE9BD9B25D}" type="sibTrans" cxnId="{B0E24FB4-0AEF-4C77-B145-9766A942EE35}">
      <dgm:prSet/>
      <dgm:spPr/>
      <dgm:t>
        <a:bodyPr/>
        <a:lstStyle/>
        <a:p>
          <a:endParaRPr lang="en-US"/>
        </a:p>
      </dgm:t>
    </dgm:pt>
    <dgm:pt modelId="{B168F3D7-F1B5-4A41-8F5D-91F8D2C7091F}">
      <dgm:prSet/>
      <dgm:spPr/>
      <dgm:t>
        <a:bodyPr/>
        <a:lstStyle/>
        <a:p>
          <a:r>
            <a:rPr lang="nl-BE"/>
            <a:t>Toegankelijker voor niet security-experts</a:t>
          </a:r>
          <a:endParaRPr lang="en-US"/>
        </a:p>
      </dgm:t>
    </dgm:pt>
    <dgm:pt modelId="{BBB8F066-E88A-418E-9818-47A0593B3454}" type="parTrans" cxnId="{9B1D3FB5-4F0A-41E4-9968-ACB3379CEDA5}">
      <dgm:prSet/>
      <dgm:spPr/>
      <dgm:t>
        <a:bodyPr/>
        <a:lstStyle/>
        <a:p>
          <a:endParaRPr lang="en-US"/>
        </a:p>
      </dgm:t>
    </dgm:pt>
    <dgm:pt modelId="{CD99DDE9-B4B3-4440-9FA6-B2C0F97374A0}" type="sibTrans" cxnId="{9B1D3FB5-4F0A-41E4-9968-ACB3379CEDA5}">
      <dgm:prSet/>
      <dgm:spPr/>
      <dgm:t>
        <a:bodyPr/>
        <a:lstStyle/>
        <a:p>
          <a:endParaRPr lang="en-US"/>
        </a:p>
      </dgm:t>
    </dgm:pt>
    <dgm:pt modelId="{3DF35164-9CF8-4DCE-9B6A-BD33BB769A96}" type="pres">
      <dgm:prSet presAssocID="{424BC47A-3345-48C8-A87F-D6E04AAA26E9}" presName="linear" presStyleCnt="0">
        <dgm:presLayoutVars>
          <dgm:animLvl val="lvl"/>
          <dgm:resizeHandles val="exact"/>
        </dgm:presLayoutVars>
      </dgm:prSet>
      <dgm:spPr/>
    </dgm:pt>
    <dgm:pt modelId="{8542EE1B-0F77-47D3-9381-20C7B9EAB8B6}" type="pres">
      <dgm:prSet presAssocID="{787713E3-0450-437A-8919-18C10E4BF486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0F2DCBB4-38CF-415A-860A-3333899E0398}" type="pres">
      <dgm:prSet presAssocID="{787713E3-0450-437A-8919-18C10E4BF486}" presName="childText" presStyleLbl="revTx" presStyleIdx="0" presStyleCnt="3">
        <dgm:presLayoutVars>
          <dgm:bulletEnabled val="1"/>
        </dgm:presLayoutVars>
      </dgm:prSet>
      <dgm:spPr/>
    </dgm:pt>
    <dgm:pt modelId="{1BDCE52C-4793-4E03-B653-EF0517C6B487}" type="pres">
      <dgm:prSet presAssocID="{1DC138F8-C657-474F-9070-381AFB8CFB1F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AA3F3FF9-32E9-4D31-809B-B409C24CE135}" type="pres">
      <dgm:prSet presAssocID="{1DC138F8-C657-474F-9070-381AFB8CFB1F}" presName="childText" presStyleLbl="revTx" presStyleIdx="1" presStyleCnt="3">
        <dgm:presLayoutVars>
          <dgm:bulletEnabled val="1"/>
        </dgm:presLayoutVars>
      </dgm:prSet>
      <dgm:spPr/>
    </dgm:pt>
    <dgm:pt modelId="{F4EC6C6E-5700-4E77-8A53-454BE243C3B9}" type="pres">
      <dgm:prSet presAssocID="{90958938-1EB4-408F-BDF3-09D932593AA0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F72ABF6D-C1B5-4192-9155-AB181E1D2D05}" type="pres">
      <dgm:prSet presAssocID="{90958938-1EB4-408F-BDF3-09D932593AA0}" presName="childText" presStyleLbl="revTx" presStyleIdx="2" presStyleCnt="3">
        <dgm:presLayoutVars>
          <dgm:bulletEnabled val="1"/>
        </dgm:presLayoutVars>
      </dgm:prSet>
      <dgm:spPr/>
    </dgm:pt>
  </dgm:ptLst>
  <dgm:cxnLst>
    <dgm:cxn modelId="{4C343F05-2352-4632-AD40-57F1A8BC258E}" type="presOf" srcId="{755E11EE-FE68-451B-82CE-643CADA5800C}" destId="{0F2DCBB4-38CF-415A-860A-3333899E0398}" srcOrd="0" destOrd="2" presId="urn:microsoft.com/office/officeart/2005/8/layout/vList2"/>
    <dgm:cxn modelId="{603E9906-49A2-423A-A397-0525A8530994}" srcId="{1DC138F8-C657-474F-9070-381AFB8CFB1F}" destId="{0A7AF00A-7FE3-422B-A010-30858DE12729}" srcOrd="0" destOrd="0" parTransId="{262F53E8-6C9E-4755-BDC9-EEED6D6C8CE4}" sibTransId="{C93A3F25-2DE5-45DE-8C70-26A69842F85F}"/>
    <dgm:cxn modelId="{0272AF06-38FA-43E0-AE48-CC46B057D751}" srcId="{424BC47A-3345-48C8-A87F-D6E04AAA26E9}" destId="{1DC138F8-C657-474F-9070-381AFB8CFB1F}" srcOrd="1" destOrd="0" parTransId="{830FDEC0-D4A8-443C-9D83-71D608DFAACF}" sibTransId="{42C5F84B-F9B2-4A4F-9B39-22F329CB535D}"/>
    <dgm:cxn modelId="{53178919-352F-4909-970B-A28068A6C2BA}" type="presOf" srcId="{1DC138F8-C657-474F-9070-381AFB8CFB1F}" destId="{1BDCE52C-4793-4E03-B653-EF0517C6B487}" srcOrd="0" destOrd="0" presId="urn:microsoft.com/office/officeart/2005/8/layout/vList2"/>
    <dgm:cxn modelId="{5D2CDE1C-8CB6-405D-ABAC-1F9344DE73E4}" type="presOf" srcId="{0A7AF00A-7FE3-422B-A010-30858DE12729}" destId="{AA3F3FF9-32E9-4D31-809B-B409C24CE135}" srcOrd="0" destOrd="0" presId="urn:microsoft.com/office/officeart/2005/8/layout/vList2"/>
    <dgm:cxn modelId="{8D6E0836-48AB-46BB-AC26-B6CE1AEE3A89}" type="presOf" srcId="{424BC47A-3345-48C8-A87F-D6E04AAA26E9}" destId="{3DF35164-9CF8-4DCE-9B6A-BD33BB769A96}" srcOrd="0" destOrd="0" presId="urn:microsoft.com/office/officeart/2005/8/layout/vList2"/>
    <dgm:cxn modelId="{5D3FF43E-F31E-4A9D-98B2-A75FB4B411C9}" srcId="{787713E3-0450-437A-8919-18C10E4BF486}" destId="{D77D70AB-0075-49D1-9D46-3EDDE6FDAD55}" srcOrd="1" destOrd="0" parTransId="{72A3AF15-3139-4689-BEC6-030B643B5197}" sibTransId="{BC8FA87F-FF15-4C13-AB57-D9D909AB3F77}"/>
    <dgm:cxn modelId="{0DE35040-40FE-4070-9233-954116B70D50}" type="presOf" srcId="{DBF178B3-F48E-4FB7-94FD-CB8957CC0134}" destId="{AA3F3FF9-32E9-4D31-809B-B409C24CE135}" srcOrd="0" destOrd="2" presId="urn:microsoft.com/office/officeart/2005/8/layout/vList2"/>
    <dgm:cxn modelId="{7937F443-7173-4A0F-AB56-41EE90C7C4B4}" type="presOf" srcId="{B168F3D7-F1B5-4A41-8F5D-91F8D2C7091F}" destId="{F72ABF6D-C1B5-4192-9155-AB181E1D2D05}" srcOrd="0" destOrd="2" presId="urn:microsoft.com/office/officeart/2005/8/layout/vList2"/>
    <dgm:cxn modelId="{A6F4AB4C-7CDE-4CCF-8EF0-22E8C340C437}" type="presOf" srcId="{AC7B6C2D-DB6D-4445-BD71-60CF3361DBA3}" destId="{AA3F3FF9-32E9-4D31-809B-B409C24CE135}" srcOrd="0" destOrd="1" presId="urn:microsoft.com/office/officeart/2005/8/layout/vList2"/>
    <dgm:cxn modelId="{CCDE1D4D-4B0B-44CC-B6EC-8DD08C697328}" srcId="{1DC138F8-C657-474F-9070-381AFB8CFB1F}" destId="{AC7B6C2D-DB6D-4445-BD71-60CF3361DBA3}" srcOrd="1" destOrd="0" parTransId="{13886A1C-FE39-408F-8E86-6A075553FF8F}" sibTransId="{D2B74854-06EC-45BD-B9A7-3997921D08DE}"/>
    <dgm:cxn modelId="{DDFE1A7E-5755-4C1E-9FE1-92C249F3402E}" srcId="{424BC47A-3345-48C8-A87F-D6E04AAA26E9}" destId="{787713E3-0450-437A-8919-18C10E4BF486}" srcOrd="0" destOrd="0" parTransId="{480A02F4-F2CB-4392-ACB6-4A208FD4863C}" sibTransId="{E14C86D6-4CC3-4278-8B8F-A86C76E841DD}"/>
    <dgm:cxn modelId="{07AFC182-7F1C-4883-A22C-3AD8A10E6EE0}" srcId="{424BC47A-3345-48C8-A87F-D6E04AAA26E9}" destId="{90958938-1EB4-408F-BDF3-09D932593AA0}" srcOrd="2" destOrd="0" parTransId="{B69B92BF-83C7-4B0E-B566-E68D3537A85D}" sibTransId="{66FB041D-9736-4A20-BE55-2EDAA9C37A06}"/>
    <dgm:cxn modelId="{2A9AAB83-4B5B-4955-9CBB-C36BCC1A7322}" type="presOf" srcId="{FEF8D11C-3386-4FA2-BA55-5658A56DABB9}" destId="{F72ABF6D-C1B5-4192-9155-AB181E1D2D05}" srcOrd="0" destOrd="1" presId="urn:microsoft.com/office/officeart/2005/8/layout/vList2"/>
    <dgm:cxn modelId="{B51A208F-9EE4-456E-970B-B7E46E3B6A67}" type="presOf" srcId="{A3DA844F-C942-4099-9350-87AED88F3A90}" destId="{F72ABF6D-C1B5-4192-9155-AB181E1D2D05}" srcOrd="0" destOrd="0" presId="urn:microsoft.com/office/officeart/2005/8/layout/vList2"/>
    <dgm:cxn modelId="{5FFC18A0-DB28-4D25-97D4-D7A725118C1A}" type="presOf" srcId="{D099E59A-91BF-4FB0-B27D-13E6778B8EE4}" destId="{0F2DCBB4-38CF-415A-860A-3333899E0398}" srcOrd="0" destOrd="0" presId="urn:microsoft.com/office/officeart/2005/8/layout/vList2"/>
    <dgm:cxn modelId="{683AE2B3-EEF4-4D5C-B04C-B35E41C4526F}" srcId="{90958938-1EB4-408F-BDF3-09D932593AA0}" destId="{A3DA844F-C942-4099-9350-87AED88F3A90}" srcOrd="0" destOrd="0" parTransId="{79782BA1-60D1-4E3F-BD89-56B1A83A2FD2}" sibTransId="{BC67C20A-2772-4EC5-8DAF-E7D48900AA65}"/>
    <dgm:cxn modelId="{B0E24FB4-0AEF-4C77-B145-9766A942EE35}" srcId="{90958938-1EB4-408F-BDF3-09D932593AA0}" destId="{FEF8D11C-3386-4FA2-BA55-5658A56DABB9}" srcOrd="1" destOrd="0" parTransId="{196ED5D0-1A9D-4B94-8175-1868831D484A}" sibTransId="{BAABB4E5-018F-422F-8F85-C6CE9BD9B25D}"/>
    <dgm:cxn modelId="{9B1D3FB5-4F0A-41E4-9968-ACB3379CEDA5}" srcId="{90958938-1EB4-408F-BDF3-09D932593AA0}" destId="{B168F3D7-F1B5-4A41-8F5D-91F8D2C7091F}" srcOrd="2" destOrd="0" parTransId="{BBB8F066-E88A-418E-9818-47A0593B3454}" sibTransId="{CD99DDE9-B4B3-4440-9FA6-B2C0F97374A0}"/>
    <dgm:cxn modelId="{24565FC6-DCBD-49BA-8F66-1831C06C8856}" type="presOf" srcId="{787713E3-0450-437A-8919-18C10E4BF486}" destId="{8542EE1B-0F77-47D3-9381-20C7B9EAB8B6}" srcOrd="0" destOrd="0" presId="urn:microsoft.com/office/officeart/2005/8/layout/vList2"/>
    <dgm:cxn modelId="{0244FFCF-3F5D-4B81-B503-EAC1D40116C5}" srcId="{1DC138F8-C657-474F-9070-381AFB8CFB1F}" destId="{DBF178B3-F48E-4FB7-94FD-CB8957CC0134}" srcOrd="2" destOrd="0" parTransId="{9AFB49AC-95D4-4E65-BB70-4929BAA4694F}" sibTransId="{A83C9BAD-544A-4877-BA76-55215DE17D31}"/>
    <dgm:cxn modelId="{7BF405D6-536D-4962-A821-97FF6856D5ED}" type="presOf" srcId="{90958938-1EB4-408F-BDF3-09D932593AA0}" destId="{F4EC6C6E-5700-4E77-8A53-454BE243C3B9}" srcOrd="0" destOrd="0" presId="urn:microsoft.com/office/officeart/2005/8/layout/vList2"/>
    <dgm:cxn modelId="{F0CEB3DD-C825-4684-96B8-6AE6BC223852}" srcId="{787713E3-0450-437A-8919-18C10E4BF486}" destId="{D099E59A-91BF-4FB0-B27D-13E6778B8EE4}" srcOrd="0" destOrd="0" parTransId="{5989C5B9-AD8F-450B-A048-2ED9CE543E47}" sibTransId="{2A71CC5A-BB2A-434E-BA0C-4FA7CC9F5563}"/>
    <dgm:cxn modelId="{5D17CAEE-5EF6-47DE-A1E4-4ACCB0095E08}" type="presOf" srcId="{D77D70AB-0075-49D1-9D46-3EDDE6FDAD55}" destId="{0F2DCBB4-38CF-415A-860A-3333899E0398}" srcOrd="0" destOrd="1" presId="urn:microsoft.com/office/officeart/2005/8/layout/vList2"/>
    <dgm:cxn modelId="{32F4B5F8-77D4-488E-B7DD-20F232EF5326}" srcId="{787713E3-0450-437A-8919-18C10E4BF486}" destId="{755E11EE-FE68-451B-82CE-643CADA5800C}" srcOrd="2" destOrd="0" parTransId="{FD291748-AE2B-46A7-B549-7D7E6AE1CD3C}" sibTransId="{5A082101-C191-4A7D-9F2F-F16DBFCEC09F}"/>
    <dgm:cxn modelId="{460C5E3B-5010-4A0D-AD5C-08CF78169AC8}" type="presParOf" srcId="{3DF35164-9CF8-4DCE-9B6A-BD33BB769A96}" destId="{8542EE1B-0F77-47D3-9381-20C7B9EAB8B6}" srcOrd="0" destOrd="0" presId="urn:microsoft.com/office/officeart/2005/8/layout/vList2"/>
    <dgm:cxn modelId="{DE02AC4E-ABF7-4D17-8081-06F730EACECC}" type="presParOf" srcId="{3DF35164-9CF8-4DCE-9B6A-BD33BB769A96}" destId="{0F2DCBB4-38CF-415A-860A-3333899E0398}" srcOrd="1" destOrd="0" presId="urn:microsoft.com/office/officeart/2005/8/layout/vList2"/>
    <dgm:cxn modelId="{998CE0FB-3354-4739-B2E3-21151775D9C7}" type="presParOf" srcId="{3DF35164-9CF8-4DCE-9B6A-BD33BB769A96}" destId="{1BDCE52C-4793-4E03-B653-EF0517C6B487}" srcOrd="2" destOrd="0" presId="urn:microsoft.com/office/officeart/2005/8/layout/vList2"/>
    <dgm:cxn modelId="{8651AEA5-C64D-4474-834D-B11A9ABE65A4}" type="presParOf" srcId="{3DF35164-9CF8-4DCE-9B6A-BD33BB769A96}" destId="{AA3F3FF9-32E9-4D31-809B-B409C24CE135}" srcOrd="3" destOrd="0" presId="urn:microsoft.com/office/officeart/2005/8/layout/vList2"/>
    <dgm:cxn modelId="{965B4A4D-E151-4857-9B41-B979B77CD73D}" type="presParOf" srcId="{3DF35164-9CF8-4DCE-9B6A-BD33BB769A96}" destId="{F4EC6C6E-5700-4E77-8A53-454BE243C3B9}" srcOrd="4" destOrd="0" presId="urn:microsoft.com/office/officeart/2005/8/layout/vList2"/>
    <dgm:cxn modelId="{D700DD13-8680-43F8-82D9-DC1F904644B3}" type="presParOf" srcId="{3DF35164-9CF8-4DCE-9B6A-BD33BB769A96}" destId="{F72ABF6D-C1B5-4192-9155-AB181E1D2D05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04762E03-3C0F-40D0-B145-F165D127647B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3CD0AE0E-2103-4424-B24B-C8A2C7A3A903}">
      <dgm:prSet/>
      <dgm:spPr/>
      <dgm:t>
        <a:bodyPr/>
        <a:lstStyle/>
        <a:p>
          <a:r>
            <a:rPr lang="nl-BE"/>
            <a:t>Extra features testen</a:t>
          </a:r>
          <a:endParaRPr lang="en-US"/>
        </a:p>
      </dgm:t>
    </dgm:pt>
    <dgm:pt modelId="{F432D3B8-A8EB-4DAB-AFD8-2C22973DFAF0}" type="parTrans" cxnId="{1EB477D5-AC8D-485A-924C-285A20CF13D8}">
      <dgm:prSet/>
      <dgm:spPr/>
      <dgm:t>
        <a:bodyPr/>
        <a:lstStyle/>
        <a:p>
          <a:endParaRPr lang="en-US"/>
        </a:p>
      </dgm:t>
    </dgm:pt>
    <dgm:pt modelId="{5EE6CB48-B04C-4608-960B-D503965580C4}" type="sibTrans" cxnId="{1EB477D5-AC8D-485A-924C-285A20CF13D8}">
      <dgm:prSet/>
      <dgm:spPr/>
      <dgm:t>
        <a:bodyPr/>
        <a:lstStyle/>
        <a:p>
          <a:endParaRPr lang="en-US"/>
        </a:p>
      </dgm:t>
    </dgm:pt>
    <dgm:pt modelId="{F5E2C2E8-D593-4113-9483-4234CF7EB1A8}">
      <dgm:prSet/>
      <dgm:spPr/>
      <dgm:t>
        <a:bodyPr/>
        <a:lstStyle/>
        <a:p>
          <a:r>
            <a:rPr lang="nl-BE"/>
            <a:t>Custom status</a:t>
          </a:r>
          <a:endParaRPr lang="en-US"/>
        </a:p>
      </dgm:t>
    </dgm:pt>
    <dgm:pt modelId="{80770C9B-7D8C-49BA-A41F-90188C8DA5BE}" type="parTrans" cxnId="{496DE848-9274-4406-843E-786E8CD44A49}">
      <dgm:prSet/>
      <dgm:spPr/>
      <dgm:t>
        <a:bodyPr/>
        <a:lstStyle/>
        <a:p>
          <a:endParaRPr lang="en-US"/>
        </a:p>
      </dgm:t>
    </dgm:pt>
    <dgm:pt modelId="{5767E144-DBE2-4E83-A0A9-D174EEE6FA35}" type="sibTrans" cxnId="{496DE848-9274-4406-843E-786E8CD44A49}">
      <dgm:prSet/>
      <dgm:spPr/>
      <dgm:t>
        <a:bodyPr/>
        <a:lstStyle/>
        <a:p>
          <a:endParaRPr lang="en-US"/>
        </a:p>
      </dgm:t>
    </dgm:pt>
    <dgm:pt modelId="{E27D294D-86EC-4110-93EF-C78F50B01F52}">
      <dgm:prSet/>
      <dgm:spPr/>
      <dgm:t>
        <a:bodyPr/>
        <a:lstStyle/>
        <a:p>
          <a:r>
            <a:rPr lang="nl-BE"/>
            <a:t>Branch zoom</a:t>
          </a:r>
          <a:endParaRPr lang="en-US"/>
        </a:p>
      </dgm:t>
    </dgm:pt>
    <dgm:pt modelId="{0AD3973D-F368-4A8B-91F0-FD4A01EBA797}" type="parTrans" cxnId="{DEB1FDFC-E33E-4CEC-968F-ACD084CF6C9A}">
      <dgm:prSet/>
      <dgm:spPr/>
      <dgm:t>
        <a:bodyPr/>
        <a:lstStyle/>
        <a:p>
          <a:endParaRPr lang="en-US"/>
        </a:p>
      </dgm:t>
    </dgm:pt>
    <dgm:pt modelId="{AA64E6CF-4EE3-4E0B-9DCC-EB19E9CD57EF}" type="sibTrans" cxnId="{DEB1FDFC-E33E-4CEC-968F-ACD084CF6C9A}">
      <dgm:prSet/>
      <dgm:spPr/>
      <dgm:t>
        <a:bodyPr/>
        <a:lstStyle/>
        <a:p>
          <a:endParaRPr lang="en-US"/>
        </a:p>
      </dgm:t>
    </dgm:pt>
    <dgm:pt modelId="{1AA714AE-5F9C-4C47-893B-A9E1AD7A0C4C}">
      <dgm:prSet/>
      <dgm:spPr/>
      <dgm:t>
        <a:bodyPr/>
        <a:lstStyle/>
        <a:p>
          <a:r>
            <a:rPr lang="nl-BE"/>
            <a:t>Real-time samenwerken</a:t>
          </a:r>
          <a:endParaRPr lang="en-US"/>
        </a:p>
      </dgm:t>
    </dgm:pt>
    <dgm:pt modelId="{FD653AC4-CF85-4F9E-AE33-6DF5FB0C20CC}" type="parTrans" cxnId="{5FBF9821-E752-4A29-AA09-2F0E2C187D35}">
      <dgm:prSet/>
      <dgm:spPr/>
      <dgm:t>
        <a:bodyPr/>
        <a:lstStyle/>
        <a:p>
          <a:endParaRPr lang="en-US"/>
        </a:p>
      </dgm:t>
    </dgm:pt>
    <dgm:pt modelId="{BABEF5A5-C38D-4081-889E-56BCBA8A0413}" type="sibTrans" cxnId="{5FBF9821-E752-4A29-AA09-2F0E2C187D35}">
      <dgm:prSet/>
      <dgm:spPr/>
      <dgm:t>
        <a:bodyPr/>
        <a:lstStyle/>
        <a:p>
          <a:endParaRPr lang="en-US"/>
        </a:p>
      </dgm:t>
    </dgm:pt>
    <dgm:pt modelId="{E18FB527-1045-49C9-920C-E7D282223780}">
      <dgm:prSet/>
      <dgm:spPr/>
      <dgm:t>
        <a:bodyPr/>
        <a:lstStyle/>
        <a:p>
          <a:r>
            <a:rPr lang="nl-BE"/>
            <a:t>AI-ondersteuning voor bv. threat-suggesties</a:t>
          </a:r>
          <a:endParaRPr lang="en-US"/>
        </a:p>
      </dgm:t>
    </dgm:pt>
    <dgm:pt modelId="{44E0F867-33DC-4AEA-B716-AA82C504DB29}" type="parTrans" cxnId="{3B30FABB-51AF-4F29-86DD-C757570586D9}">
      <dgm:prSet/>
      <dgm:spPr/>
      <dgm:t>
        <a:bodyPr/>
        <a:lstStyle/>
        <a:p>
          <a:endParaRPr lang="en-US"/>
        </a:p>
      </dgm:t>
    </dgm:pt>
    <dgm:pt modelId="{7AC19D7C-2CB8-40C7-AC76-144190A1A545}" type="sibTrans" cxnId="{3B30FABB-51AF-4F29-86DD-C757570586D9}">
      <dgm:prSet/>
      <dgm:spPr/>
      <dgm:t>
        <a:bodyPr/>
        <a:lstStyle/>
        <a:p>
          <a:endParaRPr lang="en-US"/>
        </a:p>
      </dgm:t>
    </dgm:pt>
    <dgm:pt modelId="{349F27DA-7C0F-4EA2-8F99-C6EBA3CE8B36}">
      <dgm:prSet/>
      <dgm:spPr/>
      <dgm:t>
        <a:bodyPr/>
        <a:lstStyle/>
        <a:p>
          <a:r>
            <a:rPr lang="nl-BE"/>
            <a:t>Verdere gebruikersstudie</a:t>
          </a:r>
          <a:endParaRPr lang="en-US"/>
        </a:p>
      </dgm:t>
    </dgm:pt>
    <dgm:pt modelId="{51304C8A-95E9-4253-A804-0B2B2D3E9C49}" type="parTrans" cxnId="{C99BE453-D53F-4BC4-87B4-CD056C44DE33}">
      <dgm:prSet/>
      <dgm:spPr/>
      <dgm:t>
        <a:bodyPr/>
        <a:lstStyle/>
        <a:p>
          <a:endParaRPr lang="en-US"/>
        </a:p>
      </dgm:t>
    </dgm:pt>
    <dgm:pt modelId="{01621E3D-DDF1-4846-9BFC-837669543807}" type="sibTrans" cxnId="{C99BE453-D53F-4BC4-87B4-CD056C44DE33}">
      <dgm:prSet/>
      <dgm:spPr/>
      <dgm:t>
        <a:bodyPr/>
        <a:lstStyle/>
        <a:p>
          <a:endParaRPr lang="en-US"/>
        </a:p>
      </dgm:t>
    </dgm:pt>
    <dgm:pt modelId="{E2EDF4DB-27EF-4B36-AE3C-43766CF95718}">
      <dgm:prSet/>
      <dgm:spPr/>
      <dgm:t>
        <a:bodyPr/>
        <a:lstStyle/>
        <a:p>
          <a:r>
            <a:rPr lang="nl-BE"/>
            <a:t>Op grotere schaal</a:t>
          </a:r>
          <a:endParaRPr lang="en-US"/>
        </a:p>
      </dgm:t>
    </dgm:pt>
    <dgm:pt modelId="{692C951D-5E6E-4F75-9B5B-F2B3AFB24B30}" type="parTrans" cxnId="{B0A2D7B4-B8A5-416C-B3A8-8CAE22F44CC8}">
      <dgm:prSet/>
      <dgm:spPr/>
      <dgm:t>
        <a:bodyPr/>
        <a:lstStyle/>
        <a:p>
          <a:endParaRPr lang="en-US"/>
        </a:p>
      </dgm:t>
    </dgm:pt>
    <dgm:pt modelId="{3531B93A-2BFA-4A2D-886B-4FE39867E464}" type="sibTrans" cxnId="{B0A2D7B4-B8A5-416C-B3A8-8CAE22F44CC8}">
      <dgm:prSet/>
      <dgm:spPr/>
      <dgm:t>
        <a:bodyPr/>
        <a:lstStyle/>
        <a:p>
          <a:endParaRPr lang="en-US"/>
        </a:p>
      </dgm:t>
    </dgm:pt>
    <dgm:pt modelId="{46017D28-CD1D-4E30-AE9A-36A403577EFB}">
      <dgm:prSet/>
      <dgm:spPr/>
      <dgm:t>
        <a:bodyPr/>
        <a:lstStyle/>
        <a:p>
          <a:r>
            <a:rPr lang="nl-BE"/>
            <a:t>Langere periode</a:t>
          </a:r>
          <a:endParaRPr lang="en-US"/>
        </a:p>
      </dgm:t>
    </dgm:pt>
    <dgm:pt modelId="{D2A80911-E6BC-4B5D-92AF-F1423CFE0627}" type="parTrans" cxnId="{48A07D88-A024-4D2E-AEA0-8A187ECDB57A}">
      <dgm:prSet/>
      <dgm:spPr/>
      <dgm:t>
        <a:bodyPr/>
        <a:lstStyle/>
        <a:p>
          <a:endParaRPr lang="en-US"/>
        </a:p>
      </dgm:t>
    </dgm:pt>
    <dgm:pt modelId="{2FE0ECD0-3FB3-496C-B388-97D4725EF90A}" type="sibTrans" cxnId="{48A07D88-A024-4D2E-AEA0-8A187ECDB57A}">
      <dgm:prSet/>
      <dgm:spPr/>
      <dgm:t>
        <a:bodyPr/>
        <a:lstStyle/>
        <a:p>
          <a:endParaRPr lang="en-US"/>
        </a:p>
      </dgm:t>
    </dgm:pt>
    <dgm:pt modelId="{E38500B2-137E-4DE3-B4F2-E08462C26048}">
      <dgm:prSet/>
      <dgm:spPr/>
      <dgm:t>
        <a:bodyPr/>
        <a:lstStyle/>
        <a:p>
          <a:r>
            <a:rPr lang="nl-BE"/>
            <a:t>In “echte” werkomgeving</a:t>
          </a:r>
          <a:endParaRPr lang="en-US"/>
        </a:p>
      </dgm:t>
    </dgm:pt>
    <dgm:pt modelId="{FC8D773A-1AC7-43F6-AE3D-FABE88C95000}" type="parTrans" cxnId="{811E96E9-1EAF-47DE-AF59-D8E31E99400B}">
      <dgm:prSet/>
      <dgm:spPr/>
      <dgm:t>
        <a:bodyPr/>
        <a:lstStyle/>
        <a:p>
          <a:endParaRPr lang="en-US"/>
        </a:p>
      </dgm:t>
    </dgm:pt>
    <dgm:pt modelId="{039F907E-27C7-4D4E-81A6-18C2A64AC63F}" type="sibTrans" cxnId="{811E96E9-1EAF-47DE-AF59-D8E31E99400B}">
      <dgm:prSet/>
      <dgm:spPr/>
      <dgm:t>
        <a:bodyPr/>
        <a:lstStyle/>
        <a:p>
          <a:endParaRPr lang="en-US"/>
        </a:p>
      </dgm:t>
    </dgm:pt>
    <dgm:pt modelId="{668CBA26-6013-469C-959A-90602CFA6187}" type="pres">
      <dgm:prSet presAssocID="{04762E03-3C0F-40D0-B145-F165D127647B}" presName="linear" presStyleCnt="0">
        <dgm:presLayoutVars>
          <dgm:dir/>
          <dgm:animLvl val="lvl"/>
          <dgm:resizeHandles val="exact"/>
        </dgm:presLayoutVars>
      </dgm:prSet>
      <dgm:spPr/>
    </dgm:pt>
    <dgm:pt modelId="{337C70E6-EFE1-445F-B93F-A921778BB09F}" type="pres">
      <dgm:prSet presAssocID="{3CD0AE0E-2103-4424-B24B-C8A2C7A3A903}" presName="parentLin" presStyleCnt="0"/>
      <dgm:spPr/>
    </dgm:pt>
    <dgm:pt modelId="{F1233AC6-8DCB-41B7-B2A9-E4D69B2139FE}" type="pres">
      <dgm:prSet presAssocID="{3CD0AE0E-2103-4424-B24B-C8A2C7A3A903}" presName="parentLeftMargin" presStyleLbl="node1" presStyleIdx="0" presStyleCnt="2"/>
      <dgm:spPr/>
    </dgm:pt>
    <dgm:pt modelId="{C754FF2C-8812-43D4-B8DF-98264E8B16A9}" type="pres">
      <dgm:prSet presAssocID="{3CD0AE0E-2103-4424-B24B-C8A2C7A3A903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F25BE4C8-791F-4A6B-8524-9CFDB8AC0209}" type="pres">
      <dgm:prSet presAssocID="{3CD0AE0E-2103-4424-B24B-C8A2C7A3A903}" presName="negativeSpace" presStyleCnt="0"/>
      <dgm:spPr/>
    </dgm:pt>
    <dgm:pt modelId="{B40D2A2D-DC7D-46D3-BB70-2991D69E04E2}" type="pres">
      <dgm:prSet presAssocID="{3CD0AE0E-2103-4424-B24B-C8A2C7A3A903}" presName="childText" presStyleLbl="conFgAcc1" presStyleIdx="0" presStyleCnt="2">
        <dgm:presLayoutVars>
          <dgm:bulletEnabled val="1"/>
        </dgm:presLayoutVars>
      </dgm:prSet>
      <dgm:spPr/>
    </dgm:pt>
    <dgm:pt modelId="{B324281B-386D-4F01-B7EB-AE015197550D}" type="pres">
      <dgm:prSet presAssocID="{5EE6CB48-B04C-4608-960B-D503965580C4}" presName="spaceBetweenRectangles" presStyleCnt="0"/>
      <dgm:spPr/>
    </dgm:pt>
    <dgm:pt modelId="{789EBCD9-8188-4F5D-AA93-2D0D88A847D9}" type="pres">
      <dgm:prSet presAssocID="{349F27DA-7C0F-4EA2-8F99-C6EBA3CE8B36}" presName="parentLin" presStyleCnt="0"/>
      <dgm:spPr/>
    </dgm:pt>
    <dgm:pt modelId="{5A839061-75B4-46B7-8914-CBDAEA4B317D}" type="pres">
      <dgm:prSet presAssocID="{349F27DA-7C0F-4EA2-8F99-C6EBA3CE8B36}" presName="parentLeftMargin" presStyleLbl="node1" presStyleIdx="0" presStyleCnt="2"/>
      <dgm:spPr/>
    </dgm:pt>
    <dgm:pt modelId="{530ACE4E-7D57-4237-9962-1F766107B38B}" type="pres">
      <dgm:prSet presAssocID="{349F27DA-7C0F-4EA2-8F99-C6EBA3CE8B36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EA103D7C-7FEC-4FD3-9F18-81B92223EAE9}" type="pres">
      <dgm:prSet presAssocID="{349F27DA-7C0F-4EA2-8F99-C6EBA3CE8B36}" presName="negativeSpace" presStyleCnt="0"/>
      <dgm:spPr/>
    </dgm:pt>
    <dgm:pt modelId="{C1F79392-0849-47E3-B5EF-C31769D9B83A}" type="pres">
      <dgm:prSet presAssocID="{349F27DA-7C0F-4EA2-8F99-C6EBA3CE8B36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CAAFFD05-2DBC-438A-BDC1-AF254AE0C301}" type="presOf" srcId="{E18FB527-1045-49C9-920C-E7D282223780}" destId="{B40D2A2D-DC7D-46D3-BB70-2991D69E04E2}" srcOrd="0" destOrd="3" presId="urn:microsoft.com/office/officeart/2005/8/layout/list1"/>
    <dgm:cxn modelId="{C6F6FD10-0B0D-4382-AF24-830054C001B9}" type="presOf" srcId="{F5E2C2E8-D593-4113-9483-4234CF7EB1A8}" destId="{B40D2A2D-DC7D-46D3-BB70-2991D69E04E2}" srcOrd="0" destOrd="0" presId="urn:microsoft.com/office/officeart/2005/8/layout/list1"/>
    <dgm:cxn modelId="{E806D814-95AA-4B55-BAA9-B13EEF37AF7C}" type="presOf" srcId="{04762E03-3C0F-40D0-B145-F165D127647B}" destId="{668CBA26-6013-469C-959A-90602CFA6187}" srcOrd="0" destOrd="0" presId="urn:microsoft.com/office/officeart/2005/8/layout/list1"/>
    <dgm:cxn modelId="{AAB9F11C-A84A-42B1-958E-68C25730F787}" type="presOf" srcId="{E38500B2-137E-4DE3-B4F2-E08462C26048}" destId="{C1F79392-0849-47E3-B5EF-C31769D9B83A}" srcOrd="0" destOrd="2" presId="urn:microsoft.com/office/officeart/2005/8/layout/list1"/>
    <dgm:cxn modelId="{5FBF9821-E752-4A29-AA09-2F0E2C187D35}" srcId="{3CD0AE0E-2103-4424-B24B-C8A2C7A3A903}" destId="{1AA714AE-5F9C-4C47-893B-A9E1AD7A0C4C}" srcOrd="2" destOrd="0" parTransId="{FD653AC4-CF85-4F9E-AE33-6DF5FB0C20CC}" sibTransId="{BABEF5A5-C38D-4081-889E-56BCBA8A0413}"/>
    <dgm:cxn modelId="{6C27C031-3FB7-4158-849C-8B9A6E4A47CF}" type="presOf" srcId="{349F27DA-7C0F-4EA2-8F99-C6EBA3CE8B36}" destId="{530ACE4E-7D57-4237-9962-1F766107B38B}" srcOrd="1" destOrd="0" presId="urn:microsoft.com/office/officeart/2005/8/layout/list1"/>
    <dgm:cxn modelId="{D058E337-BF42-4C44-A212-2E6BE86566E8}" type="presOf" srcId="{3CD0AE0E-2103-4424-B24B-C8A2C7A3A903}" destId="{F1233AC6-8DCB-41B7-B2A9-E4D69B2139FE}" srcOrd="0" destOrd="0" presId="urn:microsoft.com/office/officeart/2005/8/layout/list1"/>
    <dgm:cxn modelId="{F50ACC3E-51A1-47F9-A3A7-0BB3A3286335}" type="presOf" srcId="{E2EDF4DB-27EF-4B36-AE3C-43766CF95718}" destId="{C1F79392-0849-47E3-B5EF-C31769D9B83A}" srcOrd="0" destOrd="0" presId="urn:microsoft.com/office/officeart/2005/8/layout/list1"/>
    <dgm:cxn modelId="{D4F43E64-B56B-47B3-8B60-96CDFDBE8652}" type="presOf" srcId="{E27D294D-86EC-4110-93EF-C78F50B01F52}" destId="{B40D2A2D-DC7D-46D3-BB70-2991D69E04E2}" srcOrd="0" destOrd="1" presId="urn:microsoft.com/office/officeart/2005/8/layout/list1"/>
    <dgm:cxn modelId="{496DE848-9274-4406-843E-786E8CD44A49}" srcId="{3CD0AE0E-2103-4424-B24B-C8A2C7A3A903}" destId="{F5E2C2E8-D593-4113-9483-4234CF7EB1A8}" srcOrd="0" destOrd="0" parTransId="{80770C9B-7D8C-49BA-A41F-90188C8DA5BE}" sibTransId="{5767E144-DBE2-4E83-A0A9-D174EEE6FA35}"/>
    <dgm:cxn modelId="{C99BE453-D53F-4BC4-87B4-CD056C44DE33}" srcId="{04762E03-3C0F-40D0-B145-F165D127647B}" destId="{349F27DA-7C0F-4EA2-8F99-C6EBA3CE8B36}" srcOrd="1" destOrd="0" parTransId="{51304C8A-95E9-4253-A804-0B2B2D3E9C49}" sibTransId="{01621E3D-DDF1-4846-9BFC-837669543807}"/>
    <dgm:cxn modelId="{2A754055-ED0C-4992-B172-A7CDC30B92D7}" type="presOf" srcId="{1AA714AE-5F9C-4C47-893B-A9E1AD7A0C4C}" destId="{B40D2A2D-DC7D-46D3-BB70-2991D69E04E2}" srcOrd="0" destOrd="2" presId="urn:microsoft.com/office/officeart/2005/8/layout/list1"/>
    <dgm:cxn modelId="{48A07D88-A024-4D2E-AEA0-8A187ECDB57A}" srcId="{349F27DA-7C0F-4EA2-8F99-C6EBA3CE8B36}" destId="{46017D28-CD1D-4E30-AE9A-36A403577EFB}" srcOrd="1" destOrd="0" parTransId="{D2A80911-E6BC-4B5D-92AF-F1423CFE0627}" sibTransId="{2FE0ECD0-3FB3-496C-B388-97D4725EF90A}"/>
    <dgm:cxn modelId="{035D9895-D34E-49B1-AE83-1468ABB5D71A}" type="presOf" srcId="{46017D28-CD1D-4E30-AE9A-36A403577EFB}" destId="{C1F79392-0849-47E3-B5EF-C31769D9B83A}" srcOrd="0" destOrd="1" presId="urn:microsoft.com/office/officeart/2005/8/layout/list1"/>
    <dgm:cxn modelId="{435634A9-45C0-4D10-9E93-BB8E93A720AD}" type="presOf" srcId="{349F27DA-7C0F-4EA2-8F99-C6EBA3CE8B36}" destId="{5A839061-75B4-46B7-8914-CBDAEA4B317D}" srcOrd="0" destOrd="0" presId="urn:microsoft.com/office/officeart/2005/8/layout/list1"/>
    <dgm:cxn modelId="{EB2EDEB3-91D9-4FF9-9960-FCCAB3A36E76}" type="presOf" srcId="{3CD0AE0E-2103-4424-B24B-C8A2C7A3A903}" destId="{C754FF2C-8812-43D4-B8DF-98264E8B16A9}" srcOrd="1" destOrd="0" presId="urn:microsoft.com/office/officeart/2005/8/layout/list1"/>
    <dgm:cxn modelId="{B0A2D7B4-B8A5-416C-B3A8-8CAE22F44CC8}" srcId="{349F27DA-7C0F-4EA2-8F99-C6EBA3CE8B36}" destId="{E2EDF4DB-27EF-4B36-AE3C-43766CF95718}" srcOrd="0" destOrd="0" parTransId="{692C951D-5E6E-4F75-9B5B-F2B3AFB24B30}" sibTransId="{3531B93A-2BFA-4A2D-886B-4FE39867E464}"/>
    <dgm:cxn modelId="{3B30FABB-51AF-4F29-86DD-C757570586D9}" srcId="{3CD0AE0E-2103-4424-B24B-C8A2C7A3A903}" destId="{E18FB527-1045-49C9-920C-E7D282223780}" srcOrd="3" destOrd="0" parTransId="{44E0F867-33DC-4AEA-B716-AA82C504DB29}" sibTransId="{7AC19D7C-2CB8-40C7-AC76-144190A1A545}"/>
    <dgm:cxn modelId="{1EB477D5-AC8D-485A-924C-285A20CF13D8}" srcId="{04762E03-3C0F-40D0-B145-F165D127647B}" destId="{3CD0AE0E-2103-4424-B24B-C8A2C7A3A903}" srcOrd="0" destOrd="0" parTransId="{F432D3B8-A8EB-4DAB-AFD8-2C22973DFAF0}" sibTransId="{5EE6CB48-B04C-4608-960B-D503965580C4}"/>
    <dgm:cxn modelId="{811E96E9-1EAF-47DE-AF59-D8E31E99400B}" srcId="{349F27DA-7C0F-4EA2-8F99-C6EBA3CE8B36}" destId="{E38500B2-137E-4DE3-B4F2-E08462C26048}" srcOrd="2" destOrd="0" parTransId="{FC8D773A-1AC7-43F6-AE3D-FABE88C95000}" sibTransId="{039F907E-27C7-4D4E-81A6-18C2A64AC63F}"/>
    <dgm:cxn modelId="{DEB1FDFC-E33E-4CEC-968F-ACD084CF6C9A}" srcId="{3CD0AE0E-2103-4424-B24B-C8A2C7A3A903}" destId="{E27D294D-86EC-4110-93EF-C78F50B01F52}" srcOrd="1" destOrd="0" parTransId="{0AD3973D-F368-4A8B-91F0-FD4A01EBA797}" sibTransId="{AA64E6CF-4EE3-4E0B-9DCC-EB19E9CD57EF}"/>
    <dgm:cxn modelId="{C82E6E5D-25E1-4CBC-8FC0-2EE619B5E235}" type="presParOf" srcId="{668CBA26-6013-469C-959A-90602CFA6187}" destId="{337C70E6-EFE1-445F-B93F-A921778BB09F}" srcOrd="0" destOrd="0" presId="urn:microsoft.com/office/officeart/2005/8/layout/list1"/>
    <dgm:cxn modelId="{8F578A8E-D223-4508-8CA3-7DDE83849FBB}" type="presParOf" srcId="{337C70E6-EFE1-445F-B93F-A921778BB09F}" destId="{F1233AC6-8DCB-41B7-B2A9-E4D69B2139FE}" srcOrd="0" destOrd="0" presId="urn:microsoft.com/office/officeart/2005/8/layout/list1"/>
    <dgm:cxn modelId="{C771E452-BCE0-49D4-B319-023F4EA7785C}" type="presParOf" srcId="{337C70E6-EFE1-445F-B93F-A921778BB09F}" destId="{C754FF2C-8812-43D4-B8DF-98264E8B16A9}" srcOrd="1" destOrd="0" presId="urn:microsoft.com/office/officeart/2005/8/layout/list1"/>
    <dgm:cxn modelId="{26026162-A67F-4F24-B735-D47A10F7119E}" type="presParOf" srcId="{668CBA26-6013-469C-959A-90602CFA6187}" destId="{F25BE4C8-791F-4A6B-8524-9CFDB8AC0209}" srcOrd="1" destOrd="0" presId="urn:microsoft.com/office/officeart/2005/8/layout/list1"/>
    <dgm:cxn modelId="{B30D5AF6-0C63-4C05-A858-3699D7E4D394}" type="presParOf" srcId="{668CBA26-6013-469C-959A-90602CFA6187}" destId="{B40D2A2D-DC7D-46D3-BB70-2991D69E04E2}" srcOrd="2" destOrd="0" presId="urn:microsoft.com/office/officeart/2005/8/layout/list1"/>
    <dgm:cxn modelId="{4B8F6465-38D9-4B97-A504-4209B27D59EB}" type="presParOf" srcId="{668CBA26-6013-469C-959A-90602CFA6187}" destId="{B324281B-386D-4F01-B7EB-AE015197550D}" srcOrd="3" destOrd="0" presId="urn:microsoft.com/office/officeart/2005/8/layout/list1"/>
    <dgm:cxn modelId="{1E825043-BC12-4AE1-BC26-8280EDFD8DA6}" type="presParOf" srcId="{668CBA26-6013-469C-959A-90602CFA6187}" destId="{789EBCD9-8188-4F5D-AA93-2D0D88A847D9}" srcOrd="4" destOrd="0" presId="urn:microsoft.com/office/officeart/2005/8/layout/list1"/>
    <dgm:cxn modelId="{48DDDAC7-6E0D-4A01-8C22-D239F356372A}" type="presParOf" srcId="{789EBCD9-8188-4F5D-AA93-2D0D88A847D9}" destId="{5A839061-75B4-46B7-8914-CBDAEA4B317D}" srcOrd="0" destOrd="0" presId="urn:microsoft.com/office/officeart/2005/8/layout/list1"/>
    <dgm:cxn modelId="{C7999670-3E79-4A09-B74C-522B81D41F3A}" type="presParOf" srcId="{789EBCD9-8188-4F5D-AA93-2D0D88A847D9}" destId="{530ACE4E-7D57-4237-9962-1F766107B38B}" srcOrd="1" destOrd="0" presId="urn:microsoft.com/office/officeart/2005/8/layout/list1"/>
    <dgm:cxn modelId="{7F870E40-B6E0-4732-BBFF-C53353DEA61E}" type="presParOf" srcId="{668CBA26-6013-469C-959A-90602CFA6187}" destId="{EA103D7C-7FEC-4FD3-9F18-81B92223EAE9}" srcOrd="5" destOrd="0" presId="urn:microsoft.com/office/officeart/2005/8/layout/list1"/>
    <dgm:cxn modelId="{6934FF82-CA55-4B13-B708-F7EC496C4102}" type="presParOf" srcId="{668CBA26-6013-469C-959A-90602CFA6187}" destId="{C1F79392-0849-47E3-B5EF-C31769D9B83A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C95D237-F278-4CAD-8235-6E4DEECD2CD3}">
      <dsp:nvSpPr>
        <dsp:cNvPr id="0" name=""/>
        <dsp:cNvSpPr/>
      </dsp:nvSpPr>
      <dsp:spPr>
        <a:xfrm>
          <a:off x="2192400" y="155402"/>
          <a:ext cx="1512000" cy="1512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EC5799E-BE7C-4B7F-8D61-12D946C21FE7}">
      <dsp:nvSpPr>
        <dsp:cNvPr id="0" name=""/>
        <dsp:cNvSpPr/>
      </dsp:nvSpPr>
      <dsp:spPr>
        <a:xfrm>
          <a:off x="788400" y="1878387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600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nl-BE" sz="3600" kern="1200" dirty="0" err="1"/>
            <a:t>Threat</a:t>
          </a:r>
          <a:r>
            <a:rPr lang="nl-BE" sz="3600" kern="1200" dirty="0"/>
            <a:t> </a:t>
          </a:r>
          <a:r>
            <a:rPr lang="nl-BE" sz="3600" kern="1200" dirty="0" err="1"/>
            <a:t>modeling</a:t>
          </a:r>
          <a:endParaRPr lang="en-US" sz="3600" kern="1200" dirty="0"/>
        </a:p>
      </dsp:txBody>
      <dsp:txXfrm>
        <a:off x="788400" y="1878387"/>
        <a:ext cx="4320000" cy="648000"/>
      </dsp:txXfrm>
    </dsp:sp>
    <dsp:sp modelId="{0E08AE28-0D68-44C6-B6EF-477CDEB88556}">
      <dsp:nvSpPr>
        <dsp:cNvPr id="0" name=""/>
        <dsp:cNvSpPr/>
      </dsp:nvSpPr>
      <dsp:spPr>
        <a:xfrm>
          <a:off x="788400" y="2624520"/>
          <a:ext cx="4320000" cy="24375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700" kern="1200"/>
            <a:t>Systematische techniek</a:t>
          </a:r>
          <a:endParaRPr lang="en-US" sz="1700" kern="1200"/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700" kern="1200" dirty="0"/>
            <a:t>Dreigingen:</a:t>
          </a:r>
          <a:endParaRPr lang="en-US" sz="1700" kern="1200" dirty="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1700" kern="1200" dirty="0"/>
            <a:t>Identificeren</a:t>
          </a:r>
          <a:endParaRPr lang="en-US" sz="1700" kern="1200" dirty="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1700" kern="1200" dirty="0"/>
            <a:t>Analyseren</a:t>
          </a:r>
          <a:endParaRPr lang="en-US" sz="1700" kern="1200" dirty="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1700" kern="1200" dirty="0"/>
            <a:t>Prioriteren</a:t>
          </a:r>
          <a:endParaRPr lang="en-US" sz="1700" kern="1200" dirty="0"/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700" kern="1200"/>
            <a:t>Bestaande methoden:</a:t>
          </a:r>
          <a:endParaRPr lang="en-US" sz="1700" kern="120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1700" kern="1200"/>
            <a:t>STRIDE</a:t>
          </a:r>
          <a:endParaRPr lang="en-US" sz="1700" kern="120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1700" kern="1200" dirty="0"/>
            <a:t>Attack trees</a:t>
          </a:r>
          <a:endParaRPr lang="en-US" sz="1700" kern="1200" dirty="0"/>
        </a:p>
      </dsp:txBody>
      <dsp:txXfrm>
        <a:off x="788400" y="2624520"/>
        <a:ext cx="4320000" cy="2437520"/>
      </dsp:txXfrm>
    </dsp:sp>
    <dsp:sp modelId="{15EF2AEE-4E23-462F-BFF9-A566B886B36A}">
      <dsp:nvSpPr>
        <dsp:cNvPr id="0" name=""/>
        <dsp:cNvSpPr/>
      </dsp:nvSpPr>
      <dsp:spPr>
        <a:xfrm>
          <a:off x="7268400" y="155402"/>
          <a:ext cx="1512000" cy="1512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A537F33-BAEE-4E2B-A387-46874B5958AD}">
      <dsp:nvSpPr>
        <dsp:cNvPr id="0" name=""/>
        <dsp:cNvSpPr/>
      </dsp:nvSpPr>
      <dsp:spPr>
        <a:xfrm>
          <a:off x="5864400" y="1878387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600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nl-BE" sz="3600" kern="1200" dirty="0"/>
            <a:t>Doel thesis</a:t>
          </a:r>
          <a:endParaRPr lang="en-US" sz="3600" kern="1200" dirty="0"/>
        </a:p>
      </dsp:txBody>
      <dsp:txXfrm>
        <a:off x="5864400" y="1878387"/>
        <a:ext cx="4320000" cy="648000"/>
      </dsp:txXfrm>
    </dsp:sp>
    <dsp:sp modelId="{7A14753F-13CD-41E3-A4EB-68F61FC36167}">
      <dsp:nvSpPr>
        <dsp:cNvPr id="0" name=""/>
        <dsp:cNvSpPr/>
      </dsp:nvSpPr>
      <dsp:spPr>
        <a:xfrm>
          <a:off x="5864400" y="2624520"/>
          <a:ext cx="4320000" cy="24375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700" kern="1200" dirty="0" err="1"/>
            <a:t>Fortunately-unfortunately</a:t>
          </a:r>
          <a:r>
            <a:rPr lang="nl-BE" sz="1700" kern="1200" dirty="0"/>
            <a:t> methode</a:t>
          </a:r>
          <a:endParaRPr lang="en-US" sz="1700" kern="1200" dirty="0"/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700" kern="1200" dirty="0"/>
            <a:t>Gebruiksvriendelijke </a:t>
          </a:r>
          <a:r>
            <a:rPr lang="nl-BE" sz="1700" kern="1200" dirty="0" err="1"/>
            <a:t>webtool</a:t>
          </a:r>
          <a:endParaRPr lang="en-US" sz="1700" kern="1200" dirty="0"/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700" kern="1200" dirty="0"/>
            <a:t>Efficiëntie</a:t>
          </a:r>
          <a:endParaRPr lang="en-US" sz="1700" kern="1200" dirty="0"/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700" kern="1200" dirty="0"/>
            <a:t>Toegankelijk voor niet-security experts</a:t>
          </a:r>
          <a:endParaRPr lang="en-US" sz="1700" kern="1200" dirty="0"/>
        </a:p>
      </dsp:txBody>
      <dsp:txXfrm>
        <a:off x="5864400" y="2624520"/>
        <a:ext cx="4320000" cy="243752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BD766B0-B206-4E4A-98E3-6079DA09A53B}">
      <dsp:nvSpPr>
        <dsp:cNvPr id="0" name=""/>
        <dsp:cNvSpPr/>
      </dsp:nvSpPr>
      <dsp:spPr>
        <a:xfrm>
          <a:off x="0" y="636"/>
          <a:ext cx="10972800" cy="149033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CEAB770-E3CC-4600-82CF-E2C35BD326E7}">
      <dsp:nvSpPr>
        <dsp:cNvPr id="0" name=""/>
        <dsp:cNvSpPr/>
      </dsp:nvSpPr>
      <dsp:spPr>
        <a:xfrm>
          <a:off x="450826" y="335962"/>
          <a:ext cx="819683" cy="81968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7AEB05B-CF66-4E43-9069-4284B5DBC4AB}">
      <dsp:nvSpPr>
        <dsp:cNvPr id="0" name=""/>
        <dsp:cNvSpPr/>
      </dsp:nvSpPr>
      <dsp:spPr>
        <a:xfrm>
          <a:off x="1721335" y="636"/>
          <a:ext cx="9251464" cy="14903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727" tIns="157727" rIns="157727" bIns="157727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500" kern="1200" dirty="0"/>
            <a:t>Welke basisfunctionaliteit is minimaal noodzakelijk om </a:t>
          </a:r>
          <a:r>
            <a:rPr lang="nl-BE" sz="2500" kern="1200" dirty="0" err="1"/>
            <a:t>threat</a:t>
          </a:r>
          <a:r>
            <a:rPr lang="nl-BE" sz="2500" kern="1200" dirty="0"/>
            <a:t> </a:t>
          </a:r>
          <a:r>
            <a:rPr lang="nl-BE" sz="2500" kern="1200" dirty="0" err="1"/>
            <a:t>modeling</a:t>
          </a:r>
          <a:r>
            <a:rPr lang="nl-BE" sz="2500" kern="1200" dirty="0"/>
            <a:t> met </a:t>
          </a:r>
          <a:r>
            <a:rPr lang="nl-BE" sz="2500" kern="1200" dirty="0" err="1"/>
            <a:t>fortunately‑unfortunately</a:t>
          </a:r>
          <a:r>
            <a:rPr lang="nl-BE" sz="2500" kern="1200" dirty="0"/>
            <a:t> trees te ondersteunen?</a:t>
          </a:r>
          <a:endParaRPr lang="en-US" sz="2500" kern="1200" dirty="0"/>
        </a:p>
      </dsp:txBody>
      <dsp:txXfrm>
        <a:off x="1721335" y="636"/>
        <a:ext cx="9251464" cy="1490334"/>
      </dsp:txXfrm>
    </dsp:sp>
    <dsp:sp modelId="{D9334629-4516-49DE-AEE5-16CC35690CCB}">
      <dsp:nvSpPr>
        <dsp:cNvPr id="0" name=""/>
        <dsp:cNvSpPr/>
      </dsp:nvSpPr>
      <dsp:spPr>
        <a:xfrm>
          <a:off x="0" y="1863554"/>
          <a:ext cx="10972800" cy="149033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D61A547-E909-4AB3-B87E-EC1DA313EB3B}">
      <dsp:nvSpPr>
        <dsp:cNvPr id="0" name=""/>
        <dsp:cNvSpPr/>
      </dsp:nvSpPr>
      <dsp:spPr>
        <a:xfrm>
          <a:off x="450826" y="2198879"/>
          <a:ext cx="819683" cy="81968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FC644C-B7FB-425C-9C53-6794F297B29B}">
      <dsp:nvSpPr>
        <dsp:cNvPr id="0" name=""/>
        <dsp:cNvSpPr/>
      </dsp:nvSpPr>
      <dsp:spPr>
        <a:xfrm>
          <a:off x="1721335" y="1863554"/>
          <a:ext cx="9251464" cy="14903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727" tIns="157727" rIns="157727" bIns="157727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500" kern="1200" dirty="0"/>
            <a:t>Welke extra functies (bv. filters, zoekfuncties, statusiconen en visuele structuren) worden door gebruikers als het meest nuttig ervaren?</a:t>
          </a:r>
          <a:endParaRPr lang="en-US" sz="2500" kern="1200" dirty="0"/>
        </a:p>
      </dsp:txBody>
      <dsp:txXfrm>
        <a:off x="1721335" y="1863554"/>
        <a:ext cx="9251464" cy="1490334"/>
      </dsp:txXfrm>
    </dsp:sp>
    <dsp:sp modelId="{F0ED7B78-E2C4-4567-B417-8B52D0F3A5AB}">
      <dsp:nvSpPr>
        <dsp:cNvPr id="0" name=""/>
        <dsp:cNvSpPr/>
      </dsp:nvSpPr>
      <dsp:spPr>
        <a:xfrm>
          <a:off x="0" y="3726472"/>
          <a:ext cx="10972800" cy="149033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486738A-FC4E-4960-ACC4-C984B2AC510C}">
      <dsp:nvSpPr>
        <dsp:cNvPr id="0" name=""/>
        <dsp:cNvSpPr/>
      </dsp:nvSpPr>
      <dsp:spPr>
        <a:xfrm>
          <a:off x="450826" y="4061797"/>
          <a:ext cx="819683" cy="81968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987164-1885-4049-9C07-B6DEDE950197}">
      <dsp:nvSpPr>
        <dsp:cNvPr id="0" name=""/>
        <dsp:cNvSpPr/>
      </dsp:nvSpPr>
      <dsp:spPr>
        <a:xfrm>
          <a:off x="1721335" y="3726472"/>
          <a:ext cx="9251464" cy="14903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727" tIns="157727" rIns="157727" bIns="157727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500" kern="1200"/>
            <a:t>Hoe verhoudt de voorgestelde tool zich qua gebruiksvriendelijkheid en effectiviteit ten opzichte van een basisversie van mindmapsoftware?</a:t>
          </a:r>
          <a:endParaRPr lang="en-US" sz="2500" kern="1200"/>
        </a:p>
      </dsp:txBody>
      <dsp:txXfrm>
        <a:off x="1721335" y="3726472"/>
        <a:ext cx="9251464" cy="149033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7F367F8-5605-432D-8227-20598046014F}">
      <dsp:nvSpPr>
        <dsp:cNvPr id="0" name=""/>
        <dsp:cNvSpPr/>
      </dsp:nvSpPr>
      <dsp:spPr>
        <a:xfrm>
          <a:off x="0" y="445571"/>
          <a:ext cx="10972800" cy="21010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1611" tIns="479044" rIns="851611" bIns="163576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300" kern="1200" dirty="0"/>
            <a:t>20-28 jaar</a:t>
          </a:r>
          <a:endParaRPr lang="en-US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300" kern="1200" dirty="0"/>
            <a:t>Achtergrond informatica</a:t>
          </a:r>
          <a:endParaRPr lang="en-US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300" kern="1200" dirty="0"/>
            <a:t>Zeven geen security-modellering-ervaring</a:t>
          </a:r>
          <a:endParaRPr lang="en-US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300" kern="1200" dirty="0"/>
            <a:t>Studenten, junior </a:t>
          </a:r>
          <a:r>
            <a:rPr lang="nl-BE" sz="2300" kern="1200" dirty="0" err="1"/>
            <a:t>developers</a:t>
          </a:r>
          <a:r>
            <a:rPr lang="nl-BE" sz="2300" kern="1200" dirty="0"/>
            <a:t>, data engineer, scrum master</a:t>
          </a:r>
          <a:endParaRPr lang="en-US" sz="2300" kern="1200" dirty="0"/>
        </a:p>
      </dsp:txBody>
      <dsp:txXfrm>
        <a:off x="0" y="445571"/>
        <a:ext cx="10972800" cy="2101050"/>
      </dsp:txXfrm>
    </dsp:sp>
    <dsp:sp modelId="{342C0F4F-DE1E-4DB4-B94A-071837DA535B}">
      <dsp:nvSpPr>
        <dsp:cNvPr id="0" name=""/>
        <dsp:cNvSpPr/>
      </dsp:nvSpPr>
      <dsp:spPr>
        <a:xfrm>
          <a:off x="548640" y="106091"/>
          <a:ext cx="7680960" cy="6789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0322" tIns="0" rIns="290322" bIns="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300" kern="1200"/>
            <a:t>Negen deelnemers</a:t>
          </a:r>
          <a:endParaRPr lang="en-US" sz="2300" kern="1200"/>
        </a:p>
      </dsp:txBody>
      <dsp:txXfrm>
        <a:off x="581784" y="139235"/>
        <a:ext cx="7614672" cy="612672"/>
      </dsp:txXfrm>
    </dsp:sp>
    <dsp:sp modelId="{242B54D8-BEBF-445C-A9D2-656DFE2B9D71}">
      <dsp:nvSpPr>
        <dsp:cNvPr id="0" name=""/>
        <dsp:cNvSpPr/>
      </dsp:nvSpPr>
      <dsp:spPr>
        <a:xfrm>
          <a:off x="0" y="3010301"/>
          <a:ext cx="10972800" cy="21010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1611" tIns="479044" rIns="851611" bIns="163576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300" kern="1200" dirty="0"/>
            <a:t>Opname scherm</a:t>
          </a:r>
          <a:endParaRPr lang="en-US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300" kern="1200" dirty="0"/>
            <a:t>Live opgevolgd</a:t>
          </a:r>
          <a:endParaRPr lang="en-US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300" kern="1200" dirty="0"/>
            <a:t>User </a:t>
          </a:r>
          <a:r>
            <a:rPr lang="nl-BE" sz="2300" kern="1200" dirty="0" err="1"/>
            <a:t>Experience</a:t>
          </a:r>
          <a:r>
            <a:rPr lang="nl-BE" sz="2300" kern="1200" dirty="0"/>
            <a:t> </a:t>
          </a:r>
          <a:r>
            <a:rPr lang="nl-BE" sz="2300" kern="1200" dirty="0" err="1"/>
            <a:t>Quiestionnaire</a:t>
          </a:r>
          <a:r>
            <a:rPr lang="nl-BE" sz="2300" kern="1200" dirty="0"/>
            <a:t> (UEQ)</a:t>
          </a:r>
          <a:endParaRPr lang="en-US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300" kern="1200"/>
            <a:t>Vragen/rangschikking</a:t>
          </a:r>
          <a:endParaRPr lang="en-US" sz="2300" kern="1200"/>
        </a:p>
      </dsp:txBody>
      <dsp:txXfrm>
        <a:off x="0" y="3010301"/>
        <a:ext cx="10972800" cy="2101050"/>
      </dsp:txXfrm>
    </dsp:sp>
    <dsp:sp modelId="{E002DBCA-EAB5-410F-8F12-D8A049FBE64D}">
      <dsp:nvSpPr>
        <dsp:cNvPr id="0" name=""/>
        <dsp:cNvSpPr/>
      </dsp:nvSpPr>
      <dsp:spPr>
        <a:xfrm>
          <a:off x="548640" y="2670821"/>
          <a:ext cx="7680960" cy="6789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0322" tIns="0" rIns="290322" bIns="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300" kern="1200"/>
            <a:t>Dataverzameling</a:t>
          </a:r>
          <a:endParaRPr lang="en-US" sz="2300" kern="1200"/>
        </a:p>
      </dsp:txBody>
      <dsp:txXfrm>
        <a:off x="581784" y="2703965"/>
        <a:ext cx="7614672" cy="61267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4863EB9-8377-46EF-9E38-4A1D8CBA9C97}">
      <dsp:nvSpPr>
        <dsp:cNvPr id="0" name=""/>
        <dsp:cNvSpPr/>
      </dsp:nvSpPr>
      <dsp:spPr>
        <a:xfrm rot="5400000">
          <a:off x="6788942" y="-2668047"/>
          <a:ext cx="1345122" cy="7022592"/>
        </a:xfrm>
        <a:prstGeom prst="round2Same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/>
            <a:t>Bewust informatica achtergrond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Realistische simulatie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Ontbreken van security-experts</a:t>
          </a:r>
          <a:endParaRPr lang="en-US" sz="2400" kern="1200"/>
        </a:p>
      </dsp:txBody>
      <dsp:txXfrm rot="-5400000">
        <a:off x="3950208" y="236350"/>
        <a:ext cx="6956929" cy="1213796"/>
      </dsp:txXfrm>
    </dsp:sp>
    <dsp:sp modelId="{EB3BF74B-1FD8-406A-A88E-FFA420A685F8}">
      <dsp:nvSpPr>
        <dsp:cNvPr id="0" name=""/>
        <dsp:cNvSpPr/>
      </dsp:nvSpPr>
      <dsp:spPr>
        <a:xfrm>
          <a:off x="0" y="2547"/>
          <a:ext cx="3950208" cy="1681402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57150" rIns="114300" bIns="5715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3000" kern="1200"/>
            <a:t>Kleine steekproef/populatie</a:t>
          </a:r>
          <a:endParaRPr lang="en-US" sz="3000" kern="1200"/>
        </a:p>
      </dsp:txBody>
      <dsp:txXfrm>
        <a:off x="82079" y="84626"/>
        <a:ext cx="3786050" cy="1517244"/>
      </dsp:txXfrm>
    </dsp:sp>
    <dsp:sp modelId="{021C0E2E-E8C6-42F5-8882-72A1B995DD2C}">
      <dsp:nvSpPr>
        <dsp:cNvPr id="0" name=""/>
        <dsp:cNvSpPr/>
      </dsp:nvSpPr>
      <dsp:spPr>
        <a:xfrm rot="5400000">
          <a:off x="6788942" y="-902574"/>
          <a:ext cx="1345122" cy="7022592"/>
        </a:xfrm>
        <a:prstGeom prst="round2Same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Subjectiviteit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Confirmation bias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Variatie in geteste versie volgorde</a:t>
          </a:r>
          <a:endParaRPr lang="en-US" sz="2400" kern="1200"/>
        </a:p>
      </dsp:txBody>
      <dsp:txXfrm rot="-5400000">
        <a:off x="3950208" y="2001823"/>
        <a:ext cx="6956929" cy="1213796"/>
      </dsp:txXfrm>
    </dsp:sp>
    <dsp:sp modelId="{D4705AEE-85E2-4B3C-B61B-32C373317FBB}">
      <dsp:nvSpPr>
        <dsp:cNvPr id="0" name=""/>
        <dsp:cNvSpPr/>
      </dsp:nvSpPr>
      <dsp:spPr>
        <a:xfrm>
          <a:off x="0" y="1768020"/>
          <a:ext cx="3950208" cy="1681402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57150" rIns="114300" bIns="5715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3000" kern="1200"/>
            <a:t>Zelfrapportage/bias</a:t>
          </a:r>
          <a:endParaRPr lang="en-US" sz="3000" kern="1200"/>
        </a:p>
      </dsp:txBody>
      <dsp:txXfrm>
        <a:off x="82079" y="1850099"/>
        <a:ext cx="3786050" cy="1517244"/>
      </dsp:txXfrm>
    </dsp:sp>
    <dsp:sp modelId="{6F4BC45A-D1AC-49CD-BD34-B5EB8607B10B}">
      <dsp:nvSpPr>
        <dsp:cNvPr id="0" name=""/>
        <dsp:cNvSpPr/>
      </dsp:nvSpPr>
      <dsp:spPr>
        <a:xfrm rot="5400000">
          <a:off x="6788942" y="862898"/>
          <a:ext cx="1345122" cy="7022592"/>
        </a:xfrm>
        <a:prstGeom prst="round2Same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Vergelijking met basisversie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Gecontroleerd referentiepunt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Korte eenmalige taken</a:t>
          </a:r>
          <a:endParaRPr lang="en-US" sz="2400" kern="1200"/>
        </a:p>
      </dsp:txBody>
      <dsp:txXfrm rot="-5400000">
        <a:off x="3950208" y="3767296"/>
        <a:ext cx="6956929" cy="1213796"/>
      </dsp:txXfrm>
    </dsp:sp>
    <dsp:sp modelId="{D8C66BE8-87AC-4519-B969-33B689DEEB55}">
      <dsp:nvSpPr>
        <dsp:cNvPr id="0" name=""/>
        <dsp:cNvSpPr/>
      </dsp:nvSpPr>
      <dsp:spPr>
        <a:xfrm>
          <a:off x="0" y="3533492"/>
          <a:ext cx="3950208" cy="1681402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57150" rIns="114300" bIns="5715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3000" kern="1200"/>
            <a:t>Beperkte vergelijkingsbasis en duur</a:t>
          </a:r>
          <a:endParaRPr lang="en-US" sz="3000" kern="1200"/>
        </a:p>
      </dsp:txBody>
      <dsp:txXfrm>
        <a:off x="82079" y="3615571"/>
        <a:ext cx="3786050" cy="151724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542EE1B-0F77-47D3-9381-20C7B9EAB8B6}">
      <dsp:nvSpPr>
        <dsp:cNvPr id="0" name=""/>
        <dsp:cNvSpPr/>
      </dsp:nvSpPr>
      <dsp:spPr>
        <a:xfrm>
          <a:off x="0" y="80754"/>
          <a:ext cx="11103025" cy="8353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100" kern="1200"/>
            <a:t>1. Welke basisfunctionaliteit is minimaal noodzakelijk om threat modeling met fortunately‑unfortunately trees te ondersteunen?</a:t>
          </a:r>
          <a:endParaRPr lang="en-US" sz="2100" kern="1200"/>
        </a:p>
      </dsp:txBody>
      <dsp:txXfrm>
        <a:off x="40780" y="121534"/>
        <a:ext cx="11021465" cy="753819"/>
      </dsp:txXfrm>
    </dsp:sp>
    <dsp:sp modelId="{0F2DCBB4-38CF-415A-860A-3333899E0398}">
      <dsp:nvSpPr>
        <dsp:cNvPr id="0" name=""/>
        <dsp:cNvSpPr/>
      </dsp:nvSpPr>
      <dsp:spPr>
        <a:xfrm>
          <a:off x="0" y="916134"/>
          <a:ext cx="11103025" cy="8259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2521" tIns="26670" rIns="149352" bIns="26670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1600" kern="1200"/>
            <a:t>Node-creatie</a:t>
          </a:r>
          <a:endParaRPr lang="en-US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1600" kern="1200"/>
            <a:t>Uitklappen/inklappen</a:t>
          </a:r>
          <a:endParaRPr lang="en-US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1600" kern="1200" dirty="0"/>
            <a:t>Zoeken</a:t>
          </a:r>
          <a:endParaRPr lang="en-US" sz="1600" kern="1200" dirty="0"/>
        </a:p>
      </dsp:txBody>
      <dsp:txXfrm>
        <a:off x="0" y="916134"/>
        <a:ext cx="11103025" cy="825930"/>
      </dsp:txXfrm>
    </dsp:sp>
    <dsp:sp modelId="{1BDCE52C-4793-4E03-B653-EF0517C6B487}">
      <dsp:nvSpPr>
        <dsp:cNvPr id="0" name=""/>
        <dsp:cNvSpPr/>
      </dsp:nvSpPr>
      <dsp:spPr>
        <a:xfrm>
          <a:off x="0" y="1742063"/>
          <a:ext cx="11103025" cy="8353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100" kern="1200"/>
            <a:t>2. Welke extra functies (bv. filters, zoekfuncties, statusiconen en visuele structuren) worden door gebruikers als het meest nuttig ervaren?</a:t>
          </a:r>
          <a:endParaRPr lang="en-US" sz="2100" kern="1200"/>
        </a:p>
      </dsp:txBody>
      <dsp:txXfrm>
        <a:off x="40780" y="1782843"/>
        <a:ext cx="11021465" cy="753819"/>
      </dsp:txXfrm>
    </dsp:sp>
    <dsp:sp modelId="{AA3F3FF9-32E9-4D31-809B-B409C24CE135}">
      <dsp:nvSpPr>
        <dsp:cNvPr id="0" name=""/>
        <dsp:cNvSpPr/>
      </dsp:nvSpPr>
      <dsp:spPr>
        <a:xfrm>
          <a:off x="0" y="2577443"/>
          <a:ext cx="11103025" cy="8259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2521" tIns="26670" rIns="149352" bIns="26670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1600" kern="1200"/>
            <a:t>Filtering op node-status</a:t>
          </a:r>
          <a:endParaRPr lang="en-US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1600" kern="1200"/>
            <a:t>Aantal nodes per status</a:t>
          </a:r>
          <a:endParaRPr lang="en-US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1600" kern="1200"/>
            <a:t>Classificering via het schild-icoon</a:t>
          </a:r>
          <a:endParaRPr lang="en-US" sz="1600" kern="1200"/>
        </a:p>
      </dsp:txBody>
      <dsp:txXfrm>
        <a:off x="0" y="2577443"/>
        <a:ext cx="11103025" cy="825930"/>
      </dsp:txXfrm>
    </dsp:sp>
    <dsp:sp modelId="{F4EC6C6E-5700-4E77-8A53-454BE243C3B9}">
      <dsp:nvSpPr>
        <dsp:cNvPr id="0" name=""/>
        <dsp:cNvSpPr/>
      </dsp:nvSpPr>
      <dsp:spPr>
        <a:xfrm>
          <a:off x="0" y="3403373"/>
          <a:ext cx="11103025" cy="8353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100" kern="1200"/>
            <a:t>3. Hoe verhoudt de voorgestelde tool zich qua gebruiksvriendelijkheid en effectiviteit ten opzichte van een basisversie van mindmapsoftware?</a:t>
          </a:r>
          <a:endParaRPr lang="en-US" sz="2100" kern="1200"/>
        </a:p>
      </dsp:txBody>
      <dsp:txXfrm>
        <a:off x="40780" y="3444153"/>
        <a:ext cx="11021465" cy="753819"/>
      </dsp:txXfrm>
    </dsp:sp>
    <dsp:sp modelId="{F72ABF6D-C1B5-4192-9155-AB181E1D2D05}">
      <dsp:nvSpPr>
        <dsp:cNvPr id="0" name=""/>
        <dsp:cNvSpPr/>
      </dsp:nvSpPr>
      <dsp:spPr>
        <a:xfrm>
          <a:off x="0" y="4238753"/>
          <a:ext cx="11103025" cy="8259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2521" tIns="26670" rIns="149352" bIns="26670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1600" kern="1200"/>
            <a:t>Betere gebruiksvriendelijkheid</a:t>
          </a:r>
          <a:endParaRPr lang="en-US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1600" kern="1200"/>
            <a:t>Betere effectiviteit</a:t>
          </a:r>
          <a:endParaRPr lang="en-US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1600" kern="1200"/>
            <a:t>Toegankelijker voor niet security-experts</a:t>
          </a:r>
          <a:endParaRPr lang="en-US" sz="1600" kern="1200"/>
        </a:p>
      </dsp:txBody>
      <dsp:txXfrm>
        <a:off x="0" y="4238753"/>
        <a:ext cx="11103025" cy="82593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0D2A2D-DC7D-46D3-BB70-2991D69E04E2}">
      <dsp:nvSpPr>
        <dsp:cNvPr id="0" name=""/>
        <dsp:cNvSpPr/>
      </dsp:nvSpPr>
      <dsp:spPr>
        <a:xfrm>
          <a:off x="0" y="454346"/>
          <a:ext cx="10972800" cy="22837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1611" tIns="520700" rIns="851611" bIns="177800" numCol="1" spcCol="1270" anchor="t" anchorCtr="0">
          <a:noAutofit/>
        </a:bodyPr>
        <a:lstStyle/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500" kern="1200"/>
            <a:t>Custom status</a:t>
          </a:r>
          <a:endParaRPr lang="en-US" sz="2500" kern="1200"/>
        </a:p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500" kern="1200"/>
            <a:t>Branch zoom</a:t>
          </a:r>
          <a:endParaRPr lang="en-US" sz="2500" kern="1200"/>
        </a:p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500" kern="1200"/>
            <a:t>Real-time samenwerken</a:t>
          </a:r>
          <a:endParaRPr lang="en-US" sz="2500" kern="1200"/>
        </a:p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500" kern="1200"/>
            <a:t>AI-ondersteuning voor bv. threat-suggesties</a:t>
          </a:r>
          <a:endParaRPr lang="en-US" sz="2500" kern="1200"/>
        </a:p>
      </dsp:txBody>
      <dsp:txXfrm>
        <a:off x="0" y="454346"/>
        <a:ext cx="10972800" cy="2283750"/>
      </dsp:txXfrm>
    </dsp:sp>
    <dsp:sp modelId="{C754FF2C-8812-43D4-B8DF-98264E8B16A9}">
      <dsp:nvSpPr>
        <dsp:cNvPr id="0" name=""/>
        <dsp:cNvSpPr/>
      </dsp:nvSpPr>
      <dsp:spPr>
        <a:xfrm>
          <a:off x="548640" y="85346"/>
          <a:ext cx="7680960" cy="738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0322" tIns="0" rIns="290322" bIns="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500" kern="1200"/>
            <a:t>Extra features testen</a:t>
          </a:r>
          <a:endParaRPr lang="en-US" sz="2500" kern="1200"/>
        </a:p>
      </dsp:txBody>
      <dsp:txXfrm>
        <a:off x="584666" y="121372"/>
        <a:ext cx="7608908" cy="665948"/>
      </dsp:txXfrm>
    </dsp:sp>
    <dsp:sp modelId="{C1F79392-0849-47E3-B5EF-C31769D9B83A}">
      <dsp:nvSpPr>
        <dsp:cNvPr id="0" name=""/>
        <dsp:cNvSpPr/>
      </dsp:nvSpPr>
      <dsp:spPr>
        <a:xfrm>
          <a:off x="0" y="3242096"/>
          <a:ext cx="10972800" cy="1890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1611" tIns="520700" rIns="851611" bIns="177800" numCol="1" spcCol="1270" anchor="t" anchorCtr="0">
          <a:noAutofit/>
        </a:bodyPr>
        <a:lstStyle/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500" kern="1200"/>
            <a:t>Op grotere schaal</a:t>
          </a:r>
          <a:endParaRPr lang="en-US" sz="2500" kern="1200"/>
        </a:p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500" kern="1200"/>
            <a:t>Langere periode</a:t>
          </a:r>
          <a:endParaRPr lang="en-US" sz="2500" kern="1200"/>
        </a:p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500" kern="1200"/>
            <a:t>In “echte” werkomgeving</a:t>
          </a:r>
          <a:endParaRPr lang="en-US" sz="2500" kern="1200"/>
        </a:p>
      </dsp:txBody>
      <dsp:txXfrm>
        <a:off x="0" y="3242096"/>
        <a:ext cx="10972800" cy="1890000"/>
      </dsp:txXfrm>
    </dsp:sp>
    <dsp:sp modelId="{530ACE4E-7D57-4237-9962-1F766107B38B}">
      <dsp:nvSpPr>
        <dsp:cNvPr id="0" name=""/>
        <dsp:cNvSpPr/>
      </dsp:nvSpPr>
      <dsp:spPr>
        <a:xfrm>
          <a:off x="548640" y="2873096"/>
          <a:ext cx="7680960" cy="738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0322" tIns="0" rIns="290322" bIns="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500" kern="1200"/>
            <a:t>Verdere gebruikersstudie</a:t>
          </a:r>
          <a:endParaRPr lang="en-US" sz="2500" kern="1200"/>
        </a:p>
      </dsp:txBody>
      <dsp:txXfrm>
        <a:off x="584666" y="2909122"/>
        <a:ext cx="7608908" cy="66594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charset="0"/>
                <a:ea typeface="ＭＳ Ｐゴシック" charset="0"/>
                <a:cs typeface="Arial" charset="0"/>
              </a:defRPr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smtClean="0">
                <a:latin typeface="Arial" charset="0"/>
                <a:ea typeface="ＭＳ Ｐゴシック" charset="0"/>
                <a:cs typeface="Arial" charset="0"/>
              </a:defRPr>
            </a:lvl1pPr>
          </a:lstStyle>
          <a:p>
            <a:pPr>
              <a:defRPr/>
            </a:pPr>
            <a:fld id="{21DFDB4D-B014-47D8-9459-83B31BD9F760}" type="datetimeFigureOut">
              <a:rPr lang="nl-NL"/>
              <a:pPr>
                <a:defRPr/>
              </a:pPr>
              <a:t>27-1-2026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nl-NL" noProof="0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BE" noProof="0"/>
              <a:t>Klik om de tekststijl van het model te bewerken</a:t>
            </a:r>
          </a:p>
          <a:p>
            <a:pPr lvl="1"/>
            <a:r>
              <a:rPr lang="nl-BE" noProof="0"/>
              <a:t>Tweede niveau</a:t>
            </a:r>
          </a:p>
          <a:p>
            <a:pPr lvl="2"/>
            <a:r>
              <a:rPr lang="nl-BE" noProof="0"/>
              <a:t>Derde niveau</a:t>
            </a:r>
          </a:p>
          <a:p>
            <a:pPr lvl="3"/>
            <a:r>
              <a:rPr lang="nl-BE" noProof="0"/>
              <a:t>Vierde niveau</a:t>
            </a:r>
          </a:p>
          <a:p>
            <a:pPr lvl="4"/>
            <a:r>
              <a:rPr lang="nl-BE" noProof="0"/>
              <a:t>Vijfde niveau</a:t>
            </a:r>
            <a:endParaRPr lang="nl-NL" noProof="0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charset="0"/>
                <a:ea typeface="ＭＳ Ｐゴシック" charset="0"/>
                <a:cs typeface="Arial" charset="0"/>
              </a:defRPr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E766661-4A69-4D38-9B93-78F7EA23D71A}" type="slidenum">
              <a:rPr lang="nl-NL" altLang="en-US"/>
              <a:pPr/>
              <a:t>‹nr.›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272985560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Problemen met methoden:</a:t>
            </a:r>
          </a:p>
          <a:p>
            <a:pPr lvl="1"/>
            <a:r>
              <a:rPr lang="nl-BE" dirty="0"/>
              <a:t>Nodige kennis</a:t>
            </a:r>
          </a:p>
          <a:p>
            <a:pPr lvl="1"/>
            <a:r>
              <a:rPr lang="nl-BE" dirty="0"/>
              <a:t>Formele notaties</a:t>
            </a:r>
          </a:p>
          <a:p>
            <a:pPr lvl="1"/>
            <a:r>
              <a:rPr lang="nl-BE" dirty="0"/>
              <a:t>Kennis standaarddreigingen</a:t>
            </a:r>
          </a:p>
          <a:p>
            <a:pPr lvl="1"/>
            <a:r>
              <a:rPr lang="nl-BE" dirty="0"/>
              <a:t>Beperkte </a:t>
            </a:r>
            <a:r>
              <a:rPr lang="nl-BE" dirty="0" err="1"/>
              <a:t>domeinspecifieke</a:t>
            </a:r>
            <a:r>
              <a:rPr lang="nl-BE" dirty="0"/>
              <a:t> tools</a:t>
            </a:r>
          </a:p>
          <a:p>
            <a:endParaRPr lang="nl-BE" dirty="0"/>
          </a:p>
          <a:p>
            <a:r>
              <a:rPr lang="nl-BE" dirty="0"/>
              <a:t>Vaak:</a:t>
            </a:r>
          </a:p>
          <a:p>
            <a:pPr lvl="1"/>
            <a:r>
              <a:rPr lang="nl-BE" dirty="0"/>
              <a:t>Uitgesteld</a:t>
            </a:r>
          </a:p>
          <a:p>
            <a:pPr lvl="1"/>
            <a:r>
              <a:rPr lang="nl-BE" dirty="0"/>
              <a:t>Oppervlakkig</a:t>
            </a:r>
          </a:p>
          <a:p>
            <a:pPr lvl="1"/>
            <a:r>
              <a:rPr lang="nl-BE" dirty="0"/>
              <a:t>Overgeslagen</a:t>
            </a:r>
          </a:p>
          <a:p>
            <a:pPr lvl="1"/>
            <a:endParaRPr lang="nl-BE" dirty="0"/>
          </a:p>
          <a:p>
            <a:r>
              <a:rPr lang="nl-BE" dirty="0"/>
              <a:t>Redenen:</a:t>
            </a:r>
          </a:p>
          <a:p>
            <a:pPr lvl="1"/>
            <a:r>
              <a:rPr lang="nl-BE" dirty="0"/>
              <a:t>Tijdsdruk</a:t>
            </a:r>
          </a:p>
          <a:p>
            <a:pPr lvl="1"/>
            <a:r>
              <a:rPr lang="nl-BE" dirty="0"/>
              <a:t>Beperkte securityexpertise</a:t>
            </a:r>
          </a:p>
          <a:p>
            <a:pPr lvl="1"/>
            <a:r>
              <a:rPr lang="nl-BE" dirty="0"/>
              <a:t>Beperkte passende </a:t>
            </a:r>
            <a:r>
              <a:rPr lang="nl-BE" dirty="0" err="1"/>
              <a:t>tooling</a:t>
            </a:r>
            <a:endParaRPr lang="nl-BE" dirty="0"/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3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5235321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sz="1200" dirty="0"/>
              <a:t>Afkomstig uit theater</a:t>
            </a:r>
          </a:p>
          <a:p>
            <a:endParaRPr lang="nl-BE" sz="1200" dirty="0"/>
          </a:p>
          <a:p>
            <a:r>
              <a:rPr lang="nl-BE" sz="1200" dirty="0"/>
              <a:t>Gebruikt als thread-</a:t>
            </a:r>
            <a:r>
              <a:rPr lang="nl-BE" sz="1200" dirty="0" err="1"/>
              <a:t>modelingtechniek</a:t>
            </a:r>
            <a:endParaRPr lang="nl-BE" sz="1200" dirty="0"/>
          </a:p>
          <a:p>
            <a:pPr marL="0" indent="0">
              <a:buNone/>
            </a:pPr>
            <a:endParaRPr lang="nl-BE" sz="1200" dirty="0"/>
          </a:p>
          <a:p>
            <a:r>
              <a:rPr lang="nl-BE" sz="1200" dirty="0"/>
              <a:t>Afwisseling </a:t>
            </a:r>
            <a:r>
              <a:rPr lang="nl-BE" sz="1200" dirty="0" err="1"/>
              <a:t>gustig</a:t>
            </a:r>
            <a:r>
              <a:rPr lang="nl-BE" sz="1200" dirty="0"/>
              <a:t> en ongunstig</a:t>
            </a:r>
          </a:p>
          <a:p>
            <a:endParaRPr lang="nl-BE" sz="1200" dirty="0"/>
          </a:p>
          <a:p>
            <a:r>
              <a:rPr lang="nl-BE" sz="1200" dirty="0"/>
              <a:t>Begin met </a:t>
            </a:r>
            <a:r>
              <a:rPr lang="nl-BE" sz="1200" dirty="0" err="1"/>
              <a:t>fortunately</a:t>
            </a:r>
            <a:endParaRPr lang="nl-BE" sz="1200" dirty="0"/>
          </a:p>
          <a:p>
            <a:endParaRPr lang="nl-BE" sz="1200" dirty="0"/>
          </a:p>
          <a:p>
            <a:r>
              <a:rPr lang="nl-BE" sz="1200" dirty="0"/>
              <a:t>Hierna </a:t>
            </a:r>
            <a:r>
              <a:rPr lang="nl-BE" sz="1200" dirty="0" err="1"/>
              <a:t>unfortunately</a:t>
            </a:r>
            <a:endParaRPr lang="nl-BE" sz="1200" dirty="0"/>
          </a:p>
          <a:p>
            <a:endParaRPr lang="nl-BE" sz="1200" dirty="0"/>
          </a:p>
          <a:p>
            <a:r>
              <a:rPr lang="nl-BE" sz="1200" dirty="0"/>
              <a:t>Verdere afwisseling doorheen tree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7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14481204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nl-BE" sz="1200" dirty="0"/>
              <a:t>Focus op STRIDE, attack trees, …</a:t>
            </a:r>
          </a:p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nl-BE" sz="1200" dirty="0"/>
          </a:p>
          <a:p>
            <a:r>
              <a:rPr lang="nl-BE" sz="1200" dirty="0"/>
              <a:t>Geen bestaande tools</a:t>
            </a:r>
          </a:p>
          <a:p>
            <a:endParaRPr lang="nl-BE" sz="1200" dirty="0"/>
          </a:p>
          <a:p>
            <a:r>
              <a:rPr lang="nl-BE" sz="1200" dirty="0"/>
              <a:t>Mogelijkheid gebruik generieke </a:t>
            </a:r>
            <a:r>
              <a:rPr lang="nl-BE" sz="1200" dirty="0" err="1"/>
              <a:t>mindmapsoftware</a:t>
            </a:r>
            <a:endParaRPr lang="nl-BE" sz="1200" dirty="0"/>
          </a:p>
          <a:p>
            <a:endParaRPr lang="nl-BE" sz="1200" dirty="0"/>
          </a:p>
          <a:p>
            <a:r>
              <a:rPr lang="nl-BE" sz="1200" dirty="0"/>
              <a:t>Inspiratie uit hi-tree:</a:t>
            </a:r>
            <a:br>
              <a:rPr lang="nl-BE" sz="1200" dirty="0"/>
            </a:br>
            <a:r>
              <a:rPr lang="nl-BE" sz="1200" dirty="0"/>
              <a:t>	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algemene argumentatie en kritische denkvaardigheden</a:t>
            </a:r>
          </a:p>
          <a:p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kleurafwisseling</a:t>
            </a:r>
          </a:p>
          <a:p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-&gt; maar verschil: thesis is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securityspecifiek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-&gt; ex</a:t>
            </a:r>
            <a:endParaRPr lang="nl-BE" sz="1200" dirty="0"/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9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8443313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sz="2400" dirty="0" err="1"/>
              <a:t>Basisfunties</a:t>
            </a:r>
            <a:r>
              <a:rPr lang="nl-BE" sz="2400" dirty="0"/>
              <a:t>:</a:t>
            </a:r>
            <a:br>
              <a:rPr lang="nl-BE" sz="2400" dirty="0"/>
            </a:br>
            <a:r>
              <a:rPr lang="nl-BE" sz="2400" dirty="0"/>
              <a:t>	Nodes aanmaken</a:t>
            </a:r>
          </a:p>
          <a:p>
            <a:r>
              <a:rPr lang="nl-BE" sz="2400" dirty="0"/>
              <a:t>	Nodes hernoemen</a:t>
            </a:r>
          </a:p>
          <a:p>
            <a:r>
              <a:rPr lang="nl-BE" sz="2400" dirty="0"/>
              <a:t>	Uit- en inklappen van branches</a:t>
            </a:r>
          </a:p>
          <a:p>
            <a:r>
              <a:rPr lang="nl-BE" sz="2400" dirty="0"/>
              <a:t>	Eenvoudige zoekfunctie</a:t>
            </a:r>
          </a:p>
          <a:p>
            <a:endParaRPr lang="nl-BE" sz="2400" dirty="0"/>
          </a:p>
          <a:p>
            <a:r>
              <a:rPr lang="nl-BE" sz="2400" dirty="0" err="1"/>
              <a:t>Fortunately</a:t>
            </a:r>
            <a:r>
              <a:rPr lang="nl-BE" sz="2400" dirty="0"/>
              <a:t> –&gt; Groen</a:t>
            </a:r>
          </a:p>
          <a:p>
            <a:r>
              <a:rPr lang="nl-BE" sz="2400" dirty="0" err="1"/>
              <a:t>Unfortunately</a:t>
            </a:r>
            <a:r>
              <a:rPr lang="nl-BE" sz="2400" dirty="0"/>
              <a:t> -&gt; Rood</a:t>
            </a:r>
          </a:p>
          <a:p>
            <a:r>
              <a:rPr lang="nl-BE" sz="2400" dirty="0"/>
              <a:t>Consistente vormgeving</a:t>
            </a:r>
          </a:p>
          <a:p>
            <a:endParaRPr lang="nl-BE" sz="2400" dirty="0"/>
          </a:p>
          <a:p>
            <a:r>
              <a:rPr lang="nl-BE" sz="2400" dirty="0"/>
              <a:t>Node opbouw:</a:t>
            </a:r>
          </a:p>
          <a:p>
            <a:pPr lvl="1"/>
            <a:r>
              <a:rPr lang="nl-BE" sz="2000" dirty="0" err="1"/>
              <a:t>Children</a:t>
            </a:r>
            <a:endParaRPr lang="nl-BE" sz="2000" dirty="0"/>
          </a:p>
          <a:p>
            <a:pPr lvl="1"/>
            <a:r>
              <a:rPr lang="nl-BE" sz="2000" dirty="0" err="1"/>
              <a:t>Danger</a:t>
            </a:r>
            <a:r>
              <a:rPr lang="nl-BE" sz="2000" dirty="0"/>
              <a:t> rating</a:t>
            </a:r>
          </a:p>
          <a:p>
            <a:pPr lvl="1"/>
            <a:r>
              <a:rPr lang="nl-BE" sz="2000" dirty="0"/>
              <a:t>Level</a:t>
            </a:r>
          </a:p>
          <a:p>
            <a:pPr lvl="1"/>
            <a:r>
              <a:rPr lang="nl-BE" sz="2000" dirty="0"/>
              <a:t>Status</a:t>
            </a:r>
          </a:p>
          <a:p>
            <a:pPr lvl="1"/>
            <a:endParaRPr lang="nl-BE" sz="2400" dirty="0"/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12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10303412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sz="2400" dirty="0"/>
              <a:t>Geïmplementeerd:</a:t>
            </a:r>
          </a:p>
          <a:p>
            <a:pPr lvl="1"/>
            <a:r>
              <a:rPr lang="nl-BE" sz="2000" dirty="0"/>
              <a:t>Horizontale tree lay-outs</a:t>
            </a:r>
          </a:p>
          <a:p>
            <a:pPr lvl="1"/>
            <a:r>
              <a:rPr lang="nl-BE" sz="2000" dirty="0"/>
              <a:t>Verticale tree lay-outs</a:t>
            </a:r>
            <a:endParaRPr lang="nl-BE" sz="2400" dirty="0"/>
          </a:p>
          <a:p>
            <a:endParaRPr lang="nl-BE" sz="2400" dirty="0"/>
          </a:p>
          <a:p>
            <a:r>
              <a:rPr lang="nl-BE" sz="2400" dirty="0"/>
              <a:t>Ontwikkelde implementatie:</a:t>
            </a:r>
          </a:p>
          <a:p>
            <a:pPr lvl="1"/>
            <a:r>
              <a:rPr lang="nl-BE" sz="2000" dirty="0"/>
              <a:t>Fileview-geïnspireerde lay-out</a:t>
            </a:r>
          </a:p>
          <a:p>
            <a:pPr lvl="1"/>
            <a:endParaRPr lang="nl-BE" sz="2000" dirty="0"/>
          </a:p>
          <a:p>
            <a:r>
              <a:rPr lang="nl-BE" sz="2400" dirty="0"/>
              <a:t>Structuur:</a:t>
            </a:r>
          </a:p>
          <a:p>
            <a:pPr lvl="1"/>
            <a:r>
              <a:rPr lang="nl-BE" sz="2000" dirty="0"/>
              <a:t>Compact</a:t>
            </a:r>
          </a:p>
          <a:p>
            <a:pPr lvl="1"/>
            <a:r>
              <a:rPr lang="nl-BE" sz="2000" dirty="0" err="1"/>
              <a:t>Hiërachische</a:t>
            </a:r>
            <a:r>
              <a:rPr lang="nl-BE" sz="2000" dirty="0"/>
              <a:t> bestandweergave</a:t>
            </a:r>
          </a:p>
          <a:p>
            <a:pPr lvl="2">
              <a:buFont typeface="Wingdings" panose="05000000000000000000" pitchFamily="2" charset="2"/>
              <a:buNone/>
            </a:pPr>
            <a:r>
              <a:rPr lang="nl-BE" sz="1800" dirty="0"/>
              <a:t>-&gt; Bekend voor IT</a:t>
            </a:r>
          </a:p>
          <a:p>
            <a:pPr lvl="1"/>
            <a:r>
              <a:rPr lang="nl-BE" sz="2000" dirty="0"/>
              <a:t>Duidelijke lineaire volgorde</a:t>
            </a:r>
          </a:p>
          <a:p>
            <a:pPr lvl="1"/>
            <a:r>
              <a:rPr lang="nl-BE" sz="2000" dirty="0"/>
              <a:t>Optimaal schermgebruik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13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9682855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nl-BE" dirty="0"/>
              <a:t>Statussen:</a:t>
            </a:r>
          </a:p>
          <a:p>
            <a:pPr lvl="2"/>
            <a:r>
              <a:rPr lang="nl-BE" dirty="0" err="1"/>
              <a:t>Weakness</a:t>
            </a:r>
            <a:endParaRPr lang="nl-BE" dirty="0"/>
          </a:p>
          <a:p>
            <a:pPr lvl="2"/>
            <a:r>
              <a:rPr lang="nl-BE" dirty="0" err="1"/>
              <a:t>Weakness</a:t>
            </a:r>
            <a:r>
              <a:rPr lang="nl-BE" dirty="0"/>
              <a:t> Under Review</a:t>
            </a:r>
          </a:p>
          <a:p>
            <a:pPr lvl="2"/>
            <a:r>
              <a:rPr lang="nl-BE" dirty="0" err="1"/>
              <a:t>Assumption</a:t>
            </a:r>
            <a:r>
              <a:rPr lang="nl-BE" dirty="0"/>
              <a:t> Under Review</a:t>
            </a:r>
          </a:p>
          <a:p>
            <a:pPr lvl="2"/>
            <a:r>
              <a:rPr lang="nl-BE" dirty="0" err="1"/>
              <a:t>Verified</a:t>
            </a:r>
            <a:r>
              <a:rPr lang="nl-BE" dirty="0"/>
              <a:t> </a:t>
            </a:r>
            <a:r>
              <a:rPr lang="nl-BE" dirty="0" err="1"/>
              <a:t>Assumption</a:t>
            </a:r>
            <a:endParaRPr lang="nl-BE" dirty="0"/>
          </a:p>
          <a:p>
            <a:pPr lvl="1"/>
            <a:br>
              <a:rPr lang="nl-BE" dirty="0"/>
            </a:br>
            <a:br>
              <a:rPr lang="nl-BE" dirty="0"/>
            </a:br>
            <a:r>
              <a:rPr lang="nl-BE" dirty="0"/>
              <a:t>Schild-icoon weergave</a:t>
            </a:r>
          </a:p>
          <a:p>
            <a:pPr lvl="2"/>
            <a:r>
              <a:rPr lang="nl-BE" dirty="0"/>
              <a:t>Associatie beveiliging</a:t>
            </a:r>
          </a:p>
          <a:p>
            <a:pPr lvl="1"/>
            <a:endParaRPr lang="nl-BE" dirty="0"/>
          </a:p>
          <a:p>
            <a:pPr lvl="1"/>
            <a:r>
              <a:rPr lang="nl-BE" dirty="0"/>
              <a:t>Context afhankelijke selectie</a:t>
            </a:r>
          </a:p>
          <a:p>
            <a:pPr lvl="1"/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14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3054209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Filter op status</a:t>
            </a:r>
          </a:p>
          <a:p>
            <a:endParaRPr lang="nl-BE" dirty="0"/>
          </a:p>
          <a:p>
            <a:r>
              <a:rPr lang="nl-BE" dirty="0"/>
              <a:t>Werklijst</a:t>
            </a:r>
          </a:p>
          <a:p>
            <a:endParaRPr lang="nl-BE" dirty="0"/>
          </a:p>
          <a:p>
            <a:r>
              <a:rPr lang="nl-BE" dirty="0"/>
              <a:t>Prioritering</a:t>
            </a:r>
          </a:p>
          <a:p>
            <a:endParaRPr lang="nl-BE" dirty="0"/>
          </a:p>
          <a:p>
            <a:r>
              <a:rPr lang="nl-BE" dirty="0"/>
              <a:t>Ingeklapt:</a:t>
            </a:r>
          </a:p>
          <a:p>
            <a:pPr lvl="1"/>
            <a:r>
              <a:rPr lang="nl-BE" dirty="0"/>
              <a:t>Aantal </a:t>
            </a:r>
            <a:r>
              <a:rPr lang="nl-BE" dirty="0" err="1"/>
              <a:t>nodes</a:t>
            </a:r>
            <a:r>
              <a:rPr lang="nl-BE" dirty="0"/>
              <a:t> per status</a:t>
            </a:r>
          </a:p>
          <a:p>
            <a:pPr lvl="1"/>
            <a:r>
              <a:rPr lang="nl-BE" dirty="0"/>
              <a:t>Compacte schild-knop</a:t>
            </a:r>
          </a:p>
          <a:p>
            <a:pPr lvl="1"/>
            <a:r>
              <a:rPr lang="nl-BE" dirty="0"/>
              <a:t>Overzicht globale voortgang</a:t>
            </a:r>
          </a:p>
          <a:p>
            <a:endParaRPr lang="nl-BE" dirty="0"/>
          </a:p>
          <a:p>
            <a:r>
              <a:rPr lang="nl-BE" dirty="0"/>
              <a:t>Uitgeklapt:</a:t>
            </a:r>
          </a:p>
          <a:p>
            <a:pPr lvl="1"/>
            <a:r>
              <a:rPr lang="nl-BE" dirty="0"/>
              <a:t>Gegroepeerd per status</a:t>
            </a:r>
          </a:p>
          <a:p>
            <a:pPr lvl="1"/>
            <a:r>
              <a:rPr lang="nl-BE" dirty="0"/>
              <a:t>Sortering op </a:t>
            </a:r>
            <a:r>
              <a:rPr lang="nl-BE" dirty="0" err="1"/>
              <a:t>danger</a:t>
            </a:r>
            <a:r>
              <a:rPr lang="nl-BE" dirty="0"/>
              <a:t> rating</a:t>
            </a:r>
          </a:p>
          <a:p>
            <a:pPr lvl="1"/>
            <a:r>
              <a:rPr lang="nl-BE" dirty="0"/>
              <a:t>Kritieke </a:t>
            </a:r>
            <a:r>
              <a:rPr lang="nl-BE" dirty="0" err="1"/>
              <a:t>weakeness</a:t>
            </a:r>
            <a:r>
              <a:rPr lang="nl-BE" dirty="0"/>
              <a:t> bovenaan</a:t>
            </a:r>
          </a:p>
          <a:p>
            <a:pPr lvl="1"/>
            <a:endParaRPr lang="nl-BE" dirty="0"/>
          </a:p>
          <a:p>
            <a:r>
              <a:rPr lang="nl-BE" dirty="0"/>
              <a:t>Bij klik:</a:t>
            </a:r>
          </a:p>
          <a:p>
            <a:pPr lvl="1"/>
            <a:r>
              <a:rPr lang="nl-BE" dirty="0"/>
              <a:t>Naar node in tree</a:t>
            </a:r>
          </a:p>
          <a:p>
            <a:pPr lvl="1"/>
            <a:r>
              <a:rPr lang="nl-BE" dirty="0" err="1"/>
              <a:t>Highlighting</a:t>
            </a:r>
            <a:endParaRPr lang="nl-BE" dirty="0"/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15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4327951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Kwantitatieve risico inschatting</a:t>
            </a:r>
          </a:p>
          <a:p>
            <a:endParaRPr lang="nl-BE" dirty="0"/>
          </a:p>
          <a:p>
            <a:r>
              <a:rPr lang="nl-BE" dirty="0" err="1"/>
              <a:t>Adhv</a:t>
            </a:r>
            <a:r>
              <a:rPr lang="nl-BE" dirty="0"/>
              <a:t> impact en </a:t>
            </a:r>
            <a:r>
              <a:rPr lang="nl-BE" dirty="0" err="1"/>
              <a:t>likelihood</a:t>
            </a:r>
            <a:r>
              <a:rPr lang="nl-BE" dirty="0"/>
              <a:t>: waarde van 1-5</a:t>
            </a:r>
          </a:p>
          <a:p>
            <a:endParaRPr lang="nl-BE" dirty="0"/>
          </a:p>
          <a:p>
            <a:r>
              <a:rPr lang="nl-BE" dirty="0" err="1"/>
              <a:t>Waarschuwingdriehoek</a:t>
            </a:r>
            <a:r>
              <a:rPr lang="nl-BE" dirty="0"/>
              <a:t>-icoon</a:t>
            </a:r>
          </a:p>
          <a:p>
            <a:endParaRPr lang="nl-BE" dirty="0"/>
          </a:p>
          <a:p>
            <a:r>
              <a:rPr lang="nl-BE" dirty="0"/>
              <a:t>Gevaaraanduiding dagelijks leven</a:t>
            </a:r>
          </a:p>
          <a:p>
            <a:endParaRPr lang="nl-BE" dirty="0"/>
          </a:p>
          <a:p>
            <a:r>
              <a:rPr lang="nl-BE" dirty="0"/>
              <a:t>Intuïtieve interpretatie</a:t>
            </a:r>
          </a:p>
          <a:p>
            <a:endParaRPr lang="nl-BE" dirty="0"/>
          </a:p>
          <a:p>
            <a:r>
              <a:rPr lang="nl-BE" dirty="0"/>
              <a:t>Constant zichtbaar</a:t>
            </a:r>
          </a:p>
          <a:p>
            <a:endParaRPr lang="nl-BE" dirty="0"/>
          </a:p>
          <a:p>
            <a:r>
              <a:rPr lang="nl-BE" dirty="0"/>
              <a:t>Bij </a:t>
            </a:r>
            <a:r>
              <a:rPr lang="nl-BE" dirty="0" err="1"/>
              <a:t>weaknesses</a:t>
            </a:r>
            <a:r>
              <a:rPr lang="nl-BE" dirty="0"/>
              <a:t> (</a:t>
            </a:r>
            <a:r>
              <a:rPr lang="nl-BE" dirty="0" err="1"/>
              <a:t>under</a:t>
            </a:r>
            <a:r>
              <a:rPr lang="nl-BE" dirty="0"/>
              <a:t> review)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16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40528128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Taken:</a:t>
            </a:r>
          </a:p>
          <a:p>
            <a:r>
              <a:rPr lang="nl-BE" dirty="0"/>
              <a:t>	Nodes toevoegen, status en </a:t>
            </a:r>
            <a:r>
              <a:rPr lang="nl-BE" dirty="0" err="1"/>
              <a:t>danger</a:t>
            </a:r>
            <a:r>
              <a:rPr lang="nl-BE" dirty="0"/>
              <a:t> rating</a:t>
            </a:r>
          </a:p>
          <a:p>
            <a:r>
              <a:rPr lang="nl-BE" dirty="0"/>
              <a:t>	Status overzicht + ranking </a:t>
            </a:r>
            <a:r>
              <a:rPr lang="nl-BE" dirty="0" err="1"/>
              <a:t>danger</a:t>
            </a:r>
            <a:r>
              <a:rPr lang="nl-BE" dirty="0"/>
              <a:t> rating</a:t>
            </a:r>
          </a:p>
          <a:p>
            <a:r>
              <a:rPr lang="nl-BE" dirty="0"/>
              <a:t>		Werkoverzicht</a:t>
            </a:r>
          </a:p>
          <a:p>
            <a:r>
              <a:rPr lang="nl-BE" dirty="0"/>
              <a:t>	Samenvatting keten</a:t>
            </a:r>
          </a:p>
          <a:p>
            <a:r>
              <a:rPr lang="nl-BE" dirty="0"/>
              <a:t>		Besprekingen</a:t>
            </a:r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19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187112896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Verklaring observaties:</a:t>
            </a:r>
          </a:p>
          <a:p>
            <a:pPr lvl="1"/>
            <a:r>
              <a:rPr lang="nl-BE" dirty="0"/>
              <a:t>Basisversie:</a:t>
            </a:r>
          </a:p>
          <a:p>
            <a:pPr lvl="2"/>
            <a:r>
              <a:rPr lang="nl-BE" dirty="0"/>
              <a:t>Veel scrollen en zoeken</a:t>
            </a:r>
          </a:p>
          <a:p>
            <a:pPr lvl="2"/>
            <a:r>
              <a:rPr lang="nl-BE" dirty="0"/>
              <a:t>Zoekbalk-afhankelijkheid</a:t>
            </a:r>
          </a:p>
          <a:p>
            <a:pPr lvl="2"/>
            <a:r>
              <a:rPr lang="nl-BE" dirty="0"/>
              <a:t>Handmatig tellen</a:t>
            </a:r>
          </a:p>
          <a:p>
            <a:pPr lvl="2"/>
            <a:r>
              <a:rPr lang="nl-BE" dirty="0" err="1"/>
              <a:t>Danger</a:t>
            </a:r>
            <a:r>
              <a:rPr lang="nl-BE" dirty="0"/>
              <a:t> rating/status vergeten</a:t>
            </a:r>
          </a:p>
          <a:p>
            <a:pPr lvl="2"/>
            <a:r>
              <a:rPr lang="nl-BE" dirty="0"/>
              <a:t>Manuele kettingreconstructie</a:t>
            </a:r>
          </a:p>
          <a:p>
            <a:pPr lvl="1"/>
            <a:endParaRPr lang="nl-BE" dirty="0"/>
          </a:p>
          <a:p>
            <a:pPr lvl="1"/>
            <a:r>
              <a:rPr lang="nl-BE" dirty="0"/>
              <a:t>Problemen:</a:t>
            </a:r>
          </a:p>
          <a:p>
            <a:pPr lvl="2"/>
            <a:r>
              <a:rPr lang="nl-BE" dirty="0"/>
              <a:t>Te veel tijd</a:t>
            </a:r>
          </a:p>
          <a:p>
            <a:pPr lvl="2"/>
            <a:r>
              <a:rPr lang="nl-BE" dirty="0"/>
              <a:t>Foutgevoelig</a:t>
            </a:r>
          </a:p>
          <a:p>
            <a:pPr lvl="2"/>
            <a:r>
              <a:rPr lang="nl-BE" dirty="0"/>
              <a:t>typefouten</a:t>
            </a:r>
          </a:p>
          <a:p>
            <a:pPr lvl="1"/>
            <a:endParaRPr lang="nl-BE" dirty="0"/>
          </a:p>
          <a:p>
            <a:pPr lvl="1"/>
            <a:r>
              <a:rPr lang="nl-BE" dirty="0"/>
              <a:t>Uitgebreide versie oplossingen:</a:t>
            </a:r>
          </a:p>
          <a:p>
            <a:pPr lvl="2"/>
            <a:r>
              <a:rPr lang="nl-BE" dirty="0"/>
              <a:t>Standaard status</a:t>
            </a:r>
          </a:p>
          <a:p>
            <a:pPr lvl="2"/>
            <a:r>
              <a:rPr lang="nl-BE" dirty="0"/>
              <a:t>Visueel prominente </a:t>
            </a:r>
            <a:r>
              <a:rPr lang="nl-BE" dirty="0" err="1"/>
              <a:t>danger</a:t>
            </a:r>
            <a:r>
              <a:rPr lang="nl-BE" dirty="0"/>
              <a:t> rating</a:t>
            </a:r>
          </a:p>
          <a:p>
            <a:pPr lvl="2"/>
            <a:r>
              <a:rPr lang="nl-BE" dirty="0"/>
              <a:t>Directe filtering</a:t>
            </a:r>
          </a:p>
          <a:p>
            <a:pPr lvl="2"/>
            <a:r>
              <a:rPr lang="nl-BE" dirty="0" err="1"/>
              <a:t>Branch</a:t>
            </a:r>
            <a:r>
              <a:rPr lang="nl-BE" dirty="0"/>
              <a:t> Summary </a:t>
            </a:r>
            <a:r>
              <a:rPr lang="nl-BE" dirty="0" err="1"/>
              <a:t>ipv</a:t>
            </a:r>
            <a:r>
              <a:rPr lang="nl-BE" dirty="0"/>
              <a:t> manueel</a:t>
            </a:r>
          </a:p>
          <a:p>
            <a:pPr lvl="2"/>
            <a:r>
              <a:rPr lang="nl-BE" dirty="0"/>
              <a:t>Sneller en minder foutgevoelig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21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6487207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Vraag 3:</a:t>
            </a:r>
          </a:p>
          <a:p>
            <a:r>
              <a:rPr lang="nl-BE" dirty="0"/>
              <a:t>	Betere </a:t>
            </a:r>
            <a:r>
              <a:rPr lang="nl-BE" dirty="0" err="1"/>
              <a:t>gebruiksvriendelijheid</a:t>
            </a:r>
            <a:endParaRPr lang="nl-BE" dirty="0"/>
          </a:p>
          <a:p>
            <a:r>
              <a:rPr lang="nl-BE" dirty="0"/>
              <a:t>		Positieve UEQ-scores</a:t>
            </a:r>
          </a:p>
          <a:p>
            <a:r>
              <a:rPr lang="nl-BE" dirty="0"/>
              <a:t>	Betere effectiviteit</a:t>
            </a:r>
          </a:p>
          <a:p>
            <a:r>
              <a:rPr lang="nl-BE" dirty="0"/>
              <a:t>		Positieve UEQ-score</a:t>
            </a:r>
          </a:p>
          <a:p>
            <a:r>
              <a:rPr lang="nl-BE" dirty="0"/>
              <a:t>		Vragen</a:t>
            </a:r>
          </a:p>
          <a:p>
            <a:r>
              <a:rPr lang="nl-BE" dirty="0"/>
              <a:t>	</a:t>
            </a:r>
            <a:r>
              <a:rPr lang="nl-BE" dirty="0" err="1"/>
              <a:t>Danger</a:t>
            </a:r>
            <a:r>
              <a:rPr lang="nl-BE" dirty="0"/>
              <a:t> ratings</a:t>
            </a:r>
          </a:p>
          <a:p>
            <a:r>
              <a:rPr lang="nl-BE" dirty="0"/>
              <a:t>	Status en filter</a:t>
            </a:r>
          </a:p>
          <a:p>
            <a:r>
              <a:rPr lang="nl-BE" dirty="0"/>
              <a:t>	</a:t>
            </a:r>
            <a:r>
              <a:rPr lang="nl-BE" i="0" dirty="0"/>
              <a:t>Toegankelijker voor niet security-experts</a:t>
            </a:r>
          </a:p>
          <a:p>
            <a:r>
              <a:rPr lang="nl-BE" i="0" dirty="0"/>
              <a:t>		Makkelijk te begrijpen</a:t>
            </a:r>
          </a:p>
          <a:p>
            <a:r>
              <a:rPr lang="nl-BE" i="0" dirty="0"/>
              <a:t>		Af te leiden uit vragen</a:t>
            </a:r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26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14562979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30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415879850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Kleinere feature</a:t>
            </a:r>
          </a:p>
          <a:p>
            <a:r>
              <a:rPr lang="nl-BE" dirty="0"/>
              <a:t>Globale context</a:t>
            </a:r>
          </a:p>
          <a:p>
            <a:r>
              <a:rPr lang="nl-BE" dirty="0"/>
              <a:t>Verhoging overzicht</a:t>
            </a:r>
          </a:p>
          <a:p>
            <a:r>
              <a:rPr lang="nl-BE" dirty="0"/>
              <a:t>Zijpaneel</a:t>
            </a:r>
          </a:p>
          <a:p>
            <a:r>
              <a:rPr lang="nl-BE" dirty="0"/>
              <a:t>Reconstructie:</a:t>
            </a:r>
          </a:p>
          <a:p>
            <a:r>
              <a:rPr lang="nl-BE" dirty="0"/>
              <a:t>	Root –&gt; geselecteerde node</a:t>
            </a:r>
          </a:p>
          <a:p>
            <a:r>
              <a:rPr lang="nl-BE" dirty="0"/>
              <a:t>Ondersteuning taken als:</a:t>
            </a:r>
          </a:p>
          <a:p>
            <a:r>
              <a:rPr lang="nl-BE" dirty="0"/>
              <a:t>	Samenvatten</a:t>
            </a:r>
          </a:p>
          <a:p>
            <a:r>
              <a:rPr lang="nl-BE" dirty="0"/>
              <a:t>	Controleren keten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34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6625952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37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9959623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19404" y="2996952"/>
            <a:ext cx="9313035" cy="630982"/>
          </a:xfrm>
        </p:spPr>
        <p:txBody>
          <a:bodyPr>
            <a:normAutofit/>
          </a:bodyPr>
          <a:lstStyle>
            <a:lvl1pPr algn="l">
              <a:defRPr sz="3200" b="1">
                <a:solidFill>
                  <a:srgbClr val="164073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r>
              <a:rPr lang="nl-NL" dirty="0"/>
              <a:t>Klik om stijl te bewerken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19404" y="3644978"/>
            <a:ext cx="9313035" cy="432048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rgbClr val="18233A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nl-NL"/>
              <a:t>Klikken om de ondertitelstijl van het model te bewerken</a:t>
            </a:r>
            <a:endParaRPr lang="nl-BE" dirty="0"/>
          </a:p>
        </p:txBody>
      </p:sp>
      <p:pic>
        <p:nvPicPr>
          <p:cNvPr id="9" name="Graphic 2">
            <a:extLst>
              <a:ext uri="{FF2B5EF4-FFF2-40B4-BE49-F238E27FC236}">
                <a16:creationId xmlns:a16="http://schemas.microsoft.com/office/drawing/2014/main" id="{BDB5C448-BFED-D515-CD4C-B62EDB33F47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1400" y="6234250"/>
            <a:ext cx="5960588" cy="484673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C3476DB1-94F6-13C7-BEAC-A74D7628E15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l="932" r="2658"/>
          <a:stretch/>
        </p:blipFill>
        <p:spPr>
          <a:xfrm>
            <a:off x="0" y="2207"/>
            <a:ext cx="12192000" cy="188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00555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908723"/>
            <a:ext cx="10972800" cy="5217443"/>
          </a:xfrm>
        </p:spPr>
        <p:txBody>
          <a:bodyPr/>
          <a:lstStyle>
            <a:lvl1pPr>
              <a:buFont typeface="Wingdings" pitchFamily="2" charset="2"/>
              <a:buChar char="§"/>
              <a:defRPr sz="2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>
              <a:buFont typeface="Wingdings" pitchFamily="2" charset="2"/>
              <a:buChar char="§"/>
              <a:defRPr sz="2000"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>
              <a:buFont typeface="Wingdings" pitchFamily="2" charset="2"/>
              <a:buChar char="§"/>
              <a:defRPr sz="1800"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>
              <a:buFont typeface="Wingdings" pitchFamily="2" charset="2"/>
              <a:buChar char="§"/>
              <a:defRPr sz="1400"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>
              <a:buFont typeface="Wingdings" pitchFamily="2" charset="2"/>
              <a:buChar char="§"/>
              <a:defRPr sz="1200"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10" name="Titel 1"/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/>
          <a:lstStyle>
            <a:lvl1pPr algn="l">
              <a:defRPr sz="2000" b="1" i="0">
                <a:solidFill>
                  <a:srgbClr val="164073"/>
                </a:solidFill>
                <a:latin typeface="Verdana"/>
                <a:cs typeface="Verdana"/>
              </a:defRPr>
            </a:lvl1pPr>
          </a:lstStyle>
          <a:p>
            <a:r>
              <a:rPr lang="nl-NL" dirty="0"/>
              <a:t>Klik om stijl te bewerken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8115908-0829-DB5A-459A-68572089157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32" r="2658"/>
          <a:stretch/>
        </p:blipFill>
        <p:spPr>
          <a:xfrm>
            <a:off x="0" y="2208"/>
            <a:ext cx="12192000" cy="107326"/>
          </a:xfrm>
          <a:prstGeom prst="rect">
            <a:avLst/>
          </a:prstGeom>
        </p:spPr>
      </p:pic>
      <p:sp>
        <p:nvSpPr>
          <p:cNvPr id="6" name="Rechthoek 5">
            <a:extLst>
              <a:ext uri="{FF2B5EF4-FFF2-40B4-BE49-F238E27FC236}">
                <a16:creationId xmlns:a16="http://schemas.microsoft.com/office/drawing/2014/main" id="{11E10137-9D80-4BA3-EDD5-0F83026C48F6}"/>
              </a:ext>
            </a:extLst>
          </p:cNvPr>
          <p:cNvSpPr/>
          <p:nvPr userDrawn="1"/>
        </p:nvSpPr>
        <p:spPr>
          <a:xfrm>
            <a:off x="0" y="6337462"/>
            <a:ext cx="12192000" cy="52053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pic>
        <p:nvPicPr>
          <p:cNvPr id="11" name="Afbeelding 10">
            <a:extLst>
              <a:ext uri="{FF2B5EF4-FFF2-40B4-BE49-F238E27FC236}">
                <a16:creationId xmlns:a16="http://schemas.microsoft.com/office/drawing/2014/main" id="{66053670-FDBB-1452-133C-69752F32B4C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3719" y="6458132"/>
            <a:ext cx="1186582" cy="279196"/>
          </a:xfrm>
          <a:prstGeom prst="rect">
            <a:avLst/>
          </a:prstGeom>
        </p:spPr>
      </p:pic>
      <p:pic>
        <p:nvPicPr>
          <p:cNvPr id="15" name="Afbeelding 14">
            <a:extLst>
              <a:ext uri="{FF2B5EF4-FFF2-40B4-BE49-F238E27FC236}">
                <a16:creationId xmlns:a16="http://schemas.microsoft.com/office/drawing/2014/main" id="{C56E13A6-0CC5-2975-39BC-469589F63E30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047" y="6442341"/>
            <a:ext cx="874706" cy="310778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9F562D7D-A406-FE1B-F9F4-FD5730C80BC6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0" y="6229198"/>
            <a:ext cx="12192000" cy="108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8461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980731"/>
            <a:ext cx="5384800" cy="5145435"/>
          </a:xfrm>
        </p:spPr>
        <p:txBody>
          <a:bodyPr/>
          <a:lstStyle>
            <a:lvl1pPr>
              <a:buFont typeface="Wingdings" pitchFamily="2" charset="2"/>
              <a:buChar char="§"/>
              <a:defRPr sz="2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>
              <a:buFont typeface="Wingdings" pitchFamily="2" charset="2"/>
              <a:buChar char="§"/>
              <a:defRPr sz="1800"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>
              <a:buFont typeface="Wingdings" pitchFamily="2" charset="2"/>
              <a:buChar char="§"/>
              <a:defRPr sz="1600"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>
              <a:buFont typeface="Wingdings" pitchFamily="2" charset="2"/>
              <a:buChar char="§"/>
              <a:defRPr sz="1400"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>
              <a:buFont typeface="Wingdings" pitchFamily="2" charset="2"/>
              <a:buChar char="§"/>
              <a:defRPr sz="1200"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002655-E643-F9A9-4C51-7D6BDBDAD59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/>
          <a:lstStyle>
            <a:lvl1pPr algn="l">
              <a:defRPr sz="2000" b="1" i="0">
                <a:solidFill>
                  <a:srgbClr val="164073"/>
                </a:solidFill>
                <a:latin typeface="Verdana"/>
                <a:cs typeface="Verdana"/>
              </a:defRPr>
            </a:lvl1pPr>
          </a:lstStyle>
          <a:p>
            <a:r>
              <a:rPr lang="nl-NL" dirty="0"/>
              <a:t>Klik om stijl te bewerken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C7EDE0EE-1902-2106-9ECE-DDA43109378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32" r="2658"/>
          <a:stretch/>
        </p:blipFill>
        <p:spPr>
          <a:xfrm>
            <a:off x="0" y="2208"/>
            <a:ext cx="12192000" cy="107326"/>
          </a:xfrm>
          <a:prstGeom prst="rect">
            <a:avLst/>
          </a:prstGeom>
        </p:spPr>
      </p:pic>
      <p:sp>
        <p:nvSpPr>
          <p:cNvPr id="7" name="Rechthoek 6">
            <a:extLst>
              <a:ext uri="{FF2B5EF4-FFF2-40B4-BE49-F238E27FC236}">
                <a16:creationId xmlns:a16="http://schemas.microsoft.com/office/drawing/2014/main" id="{D8007E6E-8127-32C2-0063-0033D5FDB2A5}"/>
              </a:ext>
            </a:extLst>
          </p:cNvPr>
          <p:cNvSpPr/>
          <p:nvPr userDrawn="1"/>
        </p:nvSpPr>
        <p:spPr>
          <a:xfrm>
            <a:off x="0" y="6337462"/>
            <a:ext cx="12192000" cy="52053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pic>
        <p:nvPicPr>
          <p:cNvPr id="11" name="Afbeelding 10">
            <a:extLst>
              <a:ext uri="{FF2B5EF4-FFF2-40B4-BE49-F238E27FC236}">
                <a16:creationId xmlns:a16="http://schemas.microsoft.com/office/drawing/2014/main" id="{B726D2E9-9F52-3D12-12D7-405E1D5C273D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3719" y="6458132"/>
            <a:ext cx="1186582" cy="279196"/>
          </a:xfrm>
          <a:prstGeom prst="rect">
            <a:avLst/>
          </a:prstGeom>
        </p:spPr>
      </p:pic>
      <p:pic>
        <p:nvPicPr>
          <p:cNvPr id="13" name="Afbeelding 12">
            <a:extLst>
              <a:ext uri="{FF2B5EF4-FFF2-40B4-BE49-F238E27FC236}">
                <a16:creationId xmlns:a16="http://schemas.microsoft.com/office/drawing/2014/main" id="{20D0A630-6D2D-6F62-7F29-5322B1F2882E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047" y="6442341"/>
            <a:ext cx="874706" cy="310778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8BF60AE3-0DE0-1BA4-40B8-CED16E11A1DB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0" y="6229198"/>
            <a:ext cx="12192000" cy="108265"/>
          </a:xfrm>
          <a:prstGeom prst="rect">
            <a:avLst/>
          </a:prstGeom>
        </p:spPr>
      </p:pic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E5687564-63AA-9129-5E31-6658C8C6F3B8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197602" y="980731"/>
            <a:ext cx="5384800" cy="5145435"/>
          </a:xfrm>
        </p:spPr>
        <p:txBody>
          <a:bodyPr/>
          <a:lstStyle>
            <a:lvl1pPr>
              <a:buFont typeface="Wingdings" pitchFamily="2" charset="2"/>
              <a:buChar char="§"/>
              <a:defRPr sz="2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>
              <a:buFont typeface="Wingdings" pitchFamily="2" charset="2"/>
              <a:buChar char="§"/>
              <a:defRPr sz="1800"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>
              <a:buFont typeface="Wingdings" pitchFamily="2" charset="2"/>
              <a:buChar char="§"/>
              <a:defRPr sz="1600"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>
              <a:buFont typeface="Wingdings" pitchFamily="2" charset="2"/>
              <a:buChar char="§"/>
              <a:defRPr sz="1400"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>
              <a:buFont typeface="Wingdings" pitchFamily="2" charset="2"/>
              <a:buChar char="§"/>
              <a:defRPr sz="1200"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191147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24417" y="115891"/>
            <a:ext cx="10972800" cy="433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nl-NL" altLang="en-US"/>
              <a:t>Klik om de stijl te bewerken</a:t>
            </a:r>
            <a:endParaRPr lang="nl-BE" altLang="en-US"/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908050"/>
            <a:ext cx="10972800" cy="5218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nl-NL" altLang="en-US"/>
              <a:t>Tekststijl van het model bewerken</a:t>
            </a:r>
          </a:p>
          <a:p>
            <a:pPr lvl="1"/>
            <a:r>
              <a:rPr lang="nl-NL" altLang="en-US"/>
              <a:t>Tweede niveau</a:t>
            </a:r>
          </a:p>
          <a:p>
            <a:pPr lvl="2"/>
            <a:r>
              <a:rPr lang="nl-NL" altLang="en-US"/>
              <a:t>Derde niveau</a:t>
            </a:r>
          </a:p>
          <a:p>
            <a:pPr lvl="3"/>
            <a:r>
              <a:rPr lang="nl-NL" altLang="en-US"/>
              <a:t>Vierde niveau</a:t>
            </a:r>
          </a:p>
          <a:p>
            <a:pPr lvl="4"/>
            <a:r>
              <a:rPr lang="nl-NL" altLang="en-US"/>
              <a:t>Vijfde niveau</a:t>
            </a:r>
            <a:endParaRPr lang="nl-BE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Calibri" charset="0"/>
                <a:ea typeface="ＭＳ Ｐゴシック" charset="0"/>
                <a:cs typeface="Arial" charset="0"/>
              </a:defRPr>
            </a:lvl1pPr>
          </a:lstStyle>
          <a:p>
            <a:pPr>
              <a:defRPr/>
            </a:pPr>
            <a:fld id="{B404C629-8429-4A47-8547-87B1AFF6545A}" type="datetime1">
              <a:rPr lang="nl-BE"/>
              <a:pPr>
                <a:defRPr/>
              </a:pPr>
              <a:t>27/01/2026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fld id="{2C8C6316-E44E-4DB2-87E9-228972E3BC6C}" type="slidenum">
              <a:rPr lang="nl-BE" altLang="en-US"/>
              <a:pPr/>
              <a:t>‹nr.›</a:t>
            </a:fld>
            <a:endParaRPr lang="nl-BE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sz="3600" kern="1200">
          <a:solidFill>
            <a:schemeClr val="tx1"/>
          </a:solidFill>
          <a:latin typeface="+mj-lt"/>
          <a:ea typeface="ＭＳ Ｐゴシック" pitchFamily="-105" charset="-128"/>
          <a:cs typeface="ＭＳ Ｐゴシック" pitchFamily="-105" charset="-128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34" charset="0"/>
          <a:ea typeface="ＭＳ Ｐゴシック" pitchFamily="-105" charset="-128"/>
          <a:cs typeface="ＭＳ Ｐゴシック" pitchFamily="-105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34" charset="0"/>
          <a:ea typeface="ＭＳ Ｐゴシック" pitchFamily="-105" charset="-128"/>
          <a:cs typeface="ＭＳ Ｐゴシック" pitchFamily="-105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34" charset="0"/>
          <a:ea typeface="ＭＳ Ｐゴシック" pitchFamily="-105" charset="-128"/>
          <a:cs typeface="ＭＳ Ｐゴシック" pitchFamily="-105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34" charset="0"/>
          <a:ea typeface="ＭＳ Ｐゴシック" pitchFamily="-105" charset="-128"/>
          <a:cs typeface="ＭＳ Ｐゴシック" pitchFamily="-105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ＭＳ Ｐゴシック" pitchFamily="-105" charset="-128"/>
          <a:cs typeface="ＭＳ Ｐゴシック" pitchFamily="-105" charset="-128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ＭＳ Ｐゴシック" pitchFamily="-111" charset="-128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ＭＳ Ｐゴシック" pitchFamily="-111" charset="-128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ＭＳ Ｐゴシック" pitchFamily="-111" charset="-128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ＭＳ Ｐゴシック" pitchFamily="-111" charset="-128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hyperlink" Target="https://react.dev/" TargetMode="External"/><Relationship Id="rId3" Type="http://schemas.openxmlformats.org/officeDocument/2006/relationships/image" Target="../media/image23.svg"/><Relationship Id="rId7" Type="http://schemas.openxmlformats.org/officeDocument/2006/relationships/hyperlink" Target="https://d3js.org/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majordigital.com/technology/nextjs" TargetMode="Externa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719404" y="3113509"/>
            <a:ext cx="11137236" cy="630982"/>
          </a:xfrm>
        </p:spPr>
        <p:txBody>
          <a:bodyPr>
            <a:noAutofit/>
          </a:bodyPr>
          <a:lstStyle/>
          <a:p>
            <a:r>
              <a:rPr lang="nl-BE" dirty="0"/>
              <a:t>Gebruiksvriendelijke beveiligingsmodelleringtool voor de </a:t>
            </a:r>
            <a:r>
              <a:rPr lang="nl-BE" dirty="0" err="1"/>
              <a:t>fortunately-unfortunately</a:t>
            </a:r>
            <a:r>
              <a:rPr lang="nl-BE" dirty="0"/>
              <a:t> methode</a:t>
            </a:r>
            <a:endParaRPr lang="en-GB" dirty="0"/>
          </a:p>
        </p:txBody>
      </p:sp>
      <p:sp>
        <p:nvSpPr>
          <p:cNvPr id="3" name="Ondertitel 2"/>
          <p:cNvSpPr>
            <a:spLocks noGrp="1"/>
          </p:cNvSpPr>
          <p:nvPr>
            <p:ph type="subTitle" idx="1"/>
          </p:nvPr>
        </p:nvSpPr>
        <p:spPr>
          <a:xfrm>
            <a:off x="719404" y="4365104"/>
            <a:ext cx="11137236" cy="432048"/>
          </a:xfrm>
        </p:spPr>
        <p:txBody>
          <a:bodyPr>
            <a:normAutofit fontScale="25000" lnSpcReduction="20000"/>
          </a:bodyPr>
          <a:lstStyle/>
          <a:p>
            <a:r>
              <a:rPr lang="en-GB" sz="4200" dirty="0" err="1"/>
              <a:t>Juryverdediging</a:t>
            </a:r>
            <a:r>
              <a:rPr lang="en-GB" sz="4200" dirty="0"/>
              <a:t> </a:t>
            </a:r>
            <a:r>
              <a:rPr lang="en-GB" sz="4200" dirty="0" err="1"/>
              <a:t>februari</a:t>
            </a:r>
            <a:r>
              <a:rPr lang="en-GB" sz="4200" dirty="0"/>
              <a:t> 2026</a:t>
            </a:r>
            <a:endParaRPr lang="en-GB" sz="2200" dirty="0"/>
          </a:p>
          <a:p>
            <a:endParaRPr lang="en-GB" sz="2200" dirty="0"/>
          </a:p>
          <a:p>
            <a:pPr algn="r"/>
            <a:r>
              <a:rPr lang="en-GB" sz="3300" dirty="0"/>
              <a:t>		</a:t>
            </a:r>
          </a:p>
          <a:p>
            <a:pPr algn="r"/>
            <a:r>
              <a:rPr lang="en-GB" sz="3800" dirty="0"/>
              <a:t>Mika Gielkens</a:t>
            </a:r>
          </a:p>
          <a:p>
            <a:endParaRPr lang="en-GB" sz="3800" dirty="0"/>
          </a:p>
          <a:p>
            <a:pPr algn="r"/>
            <a:r>
              <a:rPr lang="en-GB" sz="3800" dirty="0" err="1"/>
              <a:t>Promotoren</a:t>
            </a:r>
            <a:r>
              <a:rPr lang="en-GB" sz="3800" dirty="0"/>
              <a:t>: </a:t>
            </a:r>
            <a:r>
              <a:rPr lang="nl-BE" sz="4000" dirty="0"/>
              <a:t>Prof. dr. ir. Koen </a:t>
            </a:r>
            <a:r>
              <a:rPr lang="nl-BE" sz="4000" dirty="0" err="1"/>
              <a:t>Yskout</a:t>
            </a:r>
            <a:r>
              <a:rPr lang="nl-BE" sz="4000" dirty="0"/>
              <a:t>, dr. Eva Geurt</a:t>
            </a:r>
            <a:endParaRPr lang="en-GB" sz="3800" dirty="0"/>
          </a:p>
          <a:p>
            <a:endParaRPr lang="en-GB" sz="3800" dirty="0"/>
          </a:p>
          <a:p>
            <a:pPr algn="r"/>
            <a:r>
              <a:rPr lang="en-GB" sz="3800" dirty="0" err="1"/>
              <a:t>KULeuven</a:t>
            </a:r>
            <a:r>
              <a:rPr lang="en-GB" sz="3800" dirty="0"/>
              <a:t>/</a:t>
            </a:r>
            <a:r>
              <a:rPr lang="en-GB" sz="3800" dirty="0" err="1"/>
              <a:t>UHasselt</a:t>
            </a:r>
            <a:endParaRPr lang="en-GB" sz="3800" dirty="0"/>
          </a:p>
          <a:p>
            <a:endParaRPr lang="en-GB" sz="2200" dirty="0"/>
          </a:p>
          <a:p>
            <a:endParaRPr lang="en-GB" dirty="0"/>
          </a:p>
        </p:txBody>
      </p:sp>
      <p:sp>
        <p:nvSpPr>
          <p:cNvPr id="4" name="TextBox 3"/>
          <p:cNvSpPr txBox="1"/>
          <p:nvPr/>
        </p:nvSpPr>
        <p:spPr>
          <a:xfrm>
            <a:off x="2231571" y="152400"/>
            <a:ext cx="232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719404" y="2276872"/>
            <a:ext cx="9337036" cy="369332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nl-BE" dirty="0"/>
              <a:t>master IW informatica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A6C96-589A-8D8F-B076-49EBE85DA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BE1A07E-D00C-EFAE-EBAA-01F48345BBE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Situering en doel</a:t>
            </a:r>
          </a:p>
        </p:txBody>
      </p:sp>
    </p:spTree>
    <p:extLst>
      <p:ext uri="{BB962C8B-B14F-4D97-AF65-F5344CB8AC3E}">
        <p14:creationId xmlns:p14="http://schemas.microsoft.com/office/powerpoint/2010/main" val="14480019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089A9D75-215E-9088-57D7-372C3FAD982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Situering</a:t>
            </a:r>
          </a:p>
        </p:txBody>
      </p:sp>
      <p:graphicFrame>
        <p:nvGraphicFramePr>
          <p:cNvPr id="8" name="Tijdelijke aanduiding voor inhoud 3">
            <a:extLst>
              <a:ext uri="{FF2B5EF4-FFF2-40B4-BE49-F238E27FC236}">
                <a16:creationId xmlns:a16="http://schemas.microsoft.com/office/drawing/2014/main" id="{6FF2C7CB-9671-B07D-8F73-BC13C696841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7635338"/>
              </p:ext>
            </p:extLst>
          </p:nvPr>
        </p:nvGraphicFramePr>
        <p:xfrm>
          <a:off x="609600" y="908723"/>
          <a:ext cx="10972800" cy="52174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2443391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07097-AFEE-AC65-4F00-26C82F8E7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32DA85BD-DC0E-FB03-C22D-E0593E7B95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Onderzoeksvragen</a:t>
            </a:r>
          </a:p>
        </p:txBody>
      </p:sp>
      <p:graphicFrame>
        <p:nvGraphicFramePr>
          <p:cNvPr id="8" name="Tijdelijke aanduiding voor inhoud 3">
            <a:extLst>
              <a:ext uri="{FF2B5EF4-FFF2-40B4-BE49-F238E27FC236}">
                <a16:creationId xmlns:a16="http://schemas.microsoft.com/office/drawing/2014/main" id="{264C4062-3000-4ED9-65B1-BE48A8BDBC9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68900081"/>
              </p:ext>
            </p:extLst>
          </p:nvPr>
        </p:nvGraphicFramePr>
        <p:xfrm>
          <a:off x="609600" y="908723"/>
          <a:ext cx="10972800" cy="52174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662549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inhoud 1">
            <a:extLst>
              <a:ext uri="{FF2B5EF4-FFF2-40B4-BE49-F238E27FC236}">
                <a16:creationId xmlns:a16="http://schemas.microsoft.com/office/drawing/2014/main" id="{6A603CD8-CF25-868B-99B7-DDDAF44B7F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3AA1FD5C-D969-F167-DD74-BFE2C6DE8663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Inhoudsopgave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322FD-FEAC-BF30-3835-2A574C1AA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7E344E82-3F1C-A3AE-E5EC-734E52157DF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 err="1"/>
              <a:t>Fortunately-unfortunately</a:t>
            </a:r>
            <a:r>
              <a:rPr lang="nl-BE" sz="6000" dirty="0"/>
              <a:t> methode</a:t>
            </a:r>
          </a:p>
        </p:txBody>
      </p:sp>
    </p:spTree>
    <p:extLst>
      <p:ext uri="{BB962C8B-B14F-4D97-AF65-F5344CB8AC3E}">
        <p14:creationId xmlns:p14="http://schemas.microsoft.com/office/powerpoint/2010/main" val="16821296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E4BE0-CBB1-66EA-CE0B-558E1FBF8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F4A2E2A1-BB2F-80CB-60DE-79EAEB5D49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980731"/>
            <a:ext cx="10598968" cy="5145435"/>
          </a:xfrm>
        </p:spPr>
        <p:txBody>
          <a:bodyPr/>
          <a:lstStyle/>
          <a:p>
            <a:endParaRPr lang="nl-BE" sz="2800" dirty="0"/>
          </a:p>
          <a:p>
            <a:r>
              <a:rPr lang="nl-BE" sz="2800" dirty="0"/>
              <a:t>Voorbeeld </a:t>
            </a:r>
            <a:r>
              <a:rPr lang="nl-BE" sz="2800" dirty="0" err="1"/>
              <a:t>branch</a:t>
            </a:r>
            <a:r>
              <a:rPr lang="nl-BE" sz="2800" dirty="0"/>
              <a:t>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nl-BE" sz="2000" dirty="0" err="1"/>
              <a:t>Fortunately</a:t>
            </a:r>
            <a:r>
              <a:rPr lang="nl-BE" sz="2000" dirty="0"/>
              <a:t>: "Uitrol wachtwoordmanager verbetert gebruiksgemak”</a:t>
            </a:r>
          </a:p>
          <a:p>
            <a:pPr lvl="2">
              <a:buFont typeface="Wingdings" panose="05000000000000000000" pitchFamily="2" charset="2"/>
              <a:buChar char="Ø"/>
            </a:pPr>
            <a:r>
              <a:rPr lang="en-GB" sz="2000" dirty="0"/>
              <a:t>Unfortunately: "</a:t>
            </a:r>
            <a:r>
              <a:rPr lang="en-GB" sz="2000" dirty="0" err="1"/>
              <a:t>Werknemers</a:t>
            </a:r>
            <a:r>
              <a:rPr lang="en-GB" sz="2000" dirty="0"/>
              <a:t> </a:t>
            </a:r>
            <a:r>
              <a:rPr lang="en-GB" sz="2000" dirty="0" err="1"/>
              <a:t>weigeren</a:t>
            </a:r>
            <a:r>
              <a:rPr lang="en-GB" sz="2000" dirty="0"/>
              <a:t> </a:t>
            </a:r>
            <a:r>
              <a:rPr lang="en-GB" sz="2000" dirty="0" err="1"/>
              <a:t>wachtwoordmanagers</a:t>
            </a:r>
            <a:r>
              <a:rPr lang="en-GB" sz="2000" dirty="0"/>
              <a:t>;</a:t>
            </a:r>
            <a:endParaRPr lang="nl-BE" sz="2000" dirty="0"/>
          </a:p>
          <a:p>
            <a:pPr lvl="3">
              <a:buFont typeface="Wingdings" panose="05000000000000000000" pitchFamily="2" charset="2"/>
              <a:buChar char="Ø"/>
            </a:pPr>
            <a:r>
              <a:rPr lang="en-GB" sz="2000" dirty="0"/>
              <a:t>Fortunately: "Training </a:t>
            </a:r>
            <a:r>
              <a:rPr lang="en-GB" sz="2000" dirty="0" err="1"/>
              <a:t>verlaagt</a:t>
            </a:r>
            <a:r>
              <a:rPr lang="en-GB" sz="2000" dirty="0"/>
              <a:t> </a:t>
            </a:r>
            <a:r>
              <a:rPr lang="en-GB" sz="2000" dirty="0" err="1"/>
              <a:t>drempel</a:t>
            </a:r>
            <a:r>
              <a:rPr lang="en-GB" sz="2000" dirty="0"/>
              <a:t>".</a:t>
            </a:r>
            <a:endParaRPr lang="nl-BE" sz="2000" dirty="0"/>
          </a:p>
          <a:p>
            <a:endParaRPr lang="nl-BE" sz="28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93828C6-D28C-43DC-1977-36297301183F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 err="1"/>
              <a:t>Fortunately-unfortunately</a:t>
            </a:r>
            <a:r>
              <a:rPr lang="nl-BE" dirty="0"/>
              <a:t> methode</a:t>
            </a:r>
          </a:p>
        </p:txBody>
      </p:sp>
    </p:spTree>
    <p:extLst>
      <p:ext uri="{BB962C8B-B14F-4D97-AF65-F5344CB8AC3E}">
        <p14:creationId xmlns:p14="http://schemas.microsoft.com/office/powerpoint/2010/main" val="1569298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74CA9-8CF2-65E4-7AA8-E5784DFEB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7C34431-941A-A36B-15D6-E45126DD7D0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Gerelateerd werk</a:t>
            </a:r>
          </a:p>
        </p:txBody>
      </p:sp>
    </p:spTree>
    <p:extLst>
      <p:ext uri="{BB962C8B-B14F-4D97-AF65-F5344CB8AC3E}">
        <p14:creationId xmlns:p14="http://schemas.microsoft.com/office/powerpoint/2010/main" val="224500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A3468-FCF6-45F6-5258-25FC40461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B7262061-1A21-60B5-1996-214F561151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980731"/>
            <a:ext cx="4766320" cy="2016221"/>
          </a:xfrm>
        </p:spPr>
        <p:txBody>
          <a:bodyPr/>
          <a:lstStyle/>
          <a:p>
            <a:r>
              <a:rPr lang="nl-BE" sz="2800" dirty="0"/>
              <a:t>Visualisatie technieken</a:t>
            </a:r>
          </a:p>
          <a:p>
            <a:pPr lvl="1"/>
            <a:r>
              <a:rPr lang="nl-BE" dirty="0" err="1"/>
              <a:t>Treemaps</a:t>
            </a:r>
            <a:endParaRPr lang="nl-BE" dirty="0"/>
          </a:p>
          <a:p>
            <a:pPr lvl="1"/>
            <a:r>
              <a:rPr lang="nl-BE" dirty="0"/>
              <a:t>Circulaire </a:t>
            </a:r>
            <a:r>
              <a:rPr lang="nl-BE" dirty="0" err="1"/>
              <a:t>treemaps</a:t>
            </a:r>
            <a:endParaRPr lang="nl-BE" dirty="0"/>
          </a:p>
          <a:p>
            <a:pPr lvl="1"/>
            <a:r>
              <a:rPr lang="nl-BE" dirty="0"/>
              <a:t>Argument-</a:t>
            </a:r>
            <a:r>
              <a:rPr lang="nl-BE" dirty="0" err="1"/>
              <a:t>mappingtool</a:t>
            </a:r>
            <a:r>
              <a:rPr lang="nl-BE" dirty="0"/>
              <a:t> (hi-tree)</a:t>
            </a:r>
          </a:p>
          <a:p>
            <a:pPr lvl="2">
              <a:buFont typeface="Wingdings" panose="05000000000000000000" pitchFamily="2" charset="2"/>
              <a:buChar char="Ø"/>
            </a:pPr>
            <a:r>
              <a:rPr lang="nl-BE" dirty="0"/>
              <a:t>Duidelijkere relatie</a:t>
            </a:r>
          </a:p>
          <a:p>
            <a:pPr lvl="1"/>
            <a:endParaRPr lang="nl-BE" dirty="0"/>
          </a:p>
          <a:p>
            <a:pPr lvl="1"/>
            <a:endParaRPr lang="nl-BE" sz="26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E3061E4-7715-6BF1-468A-4270DA7333DE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Gerelateerd werk</a:t>
            </a:r>
          </a:p>
        </p:txBody>
      </p:sp>
      <p:pic>
        <p:nvPicPr>
          <p:cNvPr id="8" name="Afbeelding 7">
            <a:extLst>
              <a:ext uri="{FF2B5EF4-FFF2-40B4-BE49-F238E27FC236}">
                <a16:creationId xmlns:a16="http://schemas.microsoft.com/office/drawing/2014/main" id="{B6031243-59EF-AA0C-AE98-EC6D1B1E6A4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971" y="620688"/>
            <a:ext cx="4176464" cy="2490163"/>
          </a:xfrm>
          <a:prstGeom prst="rect">
            <a:avLst/>
          </a:prstGeom>
        </p:spPr>
      </p:pic>
      <p:pic>
        <p:nvPicPr>
          <p:cNvPr id="9" name="Afbeelding 8">
            <a:extLst>
              <a:ext uri="{FF2B5EF4-FFF2-40B4-BE49-F238E27FC236}">
                <a16:creationId xmlns:a16="http://schemas.microsoft.com/office/drawing/2014/main" id="{D7D91228-ED2A-3A4B-D1E2-724DE3450BE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6295" y="3573016"/>
            <a:ext cx="4032448" cy="2472815"/>
          </a:xfrm>
          <a:prstGeom prst="rect">
            <a:avLst/>
          </a:prstGeom>
        </p:spPr>
      </p:pic>
      <p:pic>
        <p:nvPicPr>
          <p:cNvPr id="5" name="Afbeelding 4" descr="Afbeelding met tekst, diagram, Lettertype, Plan&#10;&#10;Door AI gegenereerde inhoud is mogelijk onjuist.">
            <a:extLst>
              <a:ext uri="{FF2B5EF4-FFF2-40B4-BE49-F238E27FC236}">
                <a16:creationId xmlns:a16="http://schemas.microsoft.com/office/drawing/2014/main" id="{2DD04A76-10F1-5340-DAAE-28999E2381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352" y="3244813"/>
            <a:ext cx="6264696" cy="2896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849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8EEA0-1EE9-79A0-4381-32624CE6C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E082D76-384A-F6F9-9B63-C26A5D45031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Ontwerp van de tool</a:t>
            </a:r>
          </a:p>
        </p:txBody>
      </p:sp>
    </p:spTree>
    <p:extLst>
      <p:ext uri="{BB962C8B-B14F-4D97-AF65-F5344CB8AC3E}">
        <p14:creationId xmlns:p14="http://schemas.microsoft.com/office/powerpoint/2010/main" val="18903653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3E3FD-B874-A2B6-6CD9-A5D760D92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94C4752D-D7BE-8610-064F-A139142E78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764705"/>
            <a:ext cx="6206480" cy="648071"/>
          </a:xfrm>
        </p:spPr>
        <p:txBody>
          <a:bodyPr/>
          <a:lstStyle/>
          <a:p>
            <a:r>
              <a:rPr lang="nl-BE" sz="2400" dirty="0"/>
              <a:t>Single-page webapplicatie</a:t>
            </a:r>
          </a:p>
          <a:p>
            <a:endParaRPr lang="nl-BE" sz="2400" dirty="0"/>
          </a:p>
          <a:p>
            <a:endParaRPr lang="nl-BE" sz="2400" dirty="0"/>
          </a:p>
          <a:p>
            <a:pPr lvl="1"/>
            <a:endParaRPr lang="nl-BE" sz="26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48104DA-F952-4746-3EB8-7286CC1AE574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De basis van de tool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7958D6C-D153-055A-F156-000BE59300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7368" y="2060848"/>
            <a:ext cx="3157482" cy="2841179"/>
          </a:xfrm>
          <a:prstGeom prst="rect">
            <a:avLst/>
          </a:prstGeom>
        </p:spPr>
      </p:pic>
      <p:pic>
        <p:nvPicPr>
          <p:cNvPr id="9" name="Afbeelding 8" descr="Afbeelding met symbool, Graphics, Lettertype, logo&#10;&#10;Door AI gegenereerde inhoud is mogelijk onjuist.">
            <a:extLst>
              <a:ext uri="{FF2B5EF4-FFF2-40B4-BE49-F238E27FC236}">
                <a16:creationId xmlns:a16="http://schemas.microsoft.com/office/drawing/2014/main" id="{A8649FFA-0CAE-4BA1-BE31-9DC0D5461D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7945" y="2047585"/>
            <a:ext cx="3296110" cy="3191320"/>
          </a:xfrm>
          <a:prstGeom prst="rect">
            <a:avLst/>
          </a:prstGeom>
        </p:spPr>
      </p:pic>
      <p:pic>
        <p:nvPicPr>
          <p:cNvPr id="11" name="Afbeelding 10" descr="Afbeelding met Graphics, symbool, Lettertype, ontwerp&#10;&#10;Door AI gegenereerde inhoud is mogelijk onjuist.">
            <a:extLst>
              <a:ext uri="{FF2B5EF4-FFF2-40B4-BE49-F238E27FC236}">
                <a16:creationId xmlns:a16="http://schemas.microsoft.com/office/drawing/2014/main" id="{5453690D-B65B-A33C-444B-CBA3ACBE6E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7150" y="2081815"/>
            <a:ext cx="2952328" cy="2799244"/>
          </a:xfrm>
          <a:prstGeom prst="rect">
            <a:avLst/>
          </a:prstGeom>
        </p:spPr>
      </p:pic>
      <p:sp>
        <p:nvSpPr>
          <p:cNvPr id="12" name="Tekstvak 11">
            <a:extLst>
              <a:ext uri="{FF2B5EF4-FFF2-40B4-BE49-F238E27FC236}">
                <a16:creationId xmlns:a16="http://schemas.microsoft.com/office/drawing/2014/main" id="{901C8C06-10DC-7B5A-DC4E-EC1EA9F18E40}"/>
              </a:ext>
            </a:extLst>
          </p:cNvPr>
          <p:cNvSpPr txBox="1"/>
          <p:nvPr/>
        </p:nvSpPr>
        <p:spPr>
          <a:xfrm>
            <a:off x="3935760" y="5013176"/>
            <a:ext cx="4403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dirty="0">
                <a:hlinkClick r:id="rId6"/>
              </a:rPr>
              <a:t>https://majordigital.com/technology/nextjs</a:t>
            </a:r>
            <a:endParaRPr lang="nl-BE" dirty="0"/>
          </a:p>
        </p:txBody>
      </p:sp>
      <p:sp>
        <p:nvSpPr>
          <p:cNvPr id="13" name="Tekstvak 12">
            <a:extLst>
              <a:ext uri="{FF2B5EF4-FFF2-40B4-BE49-F238E27FC236}">
                <a16:creationId xmlns:a16="http://schemas.microsoft.com/office/drawing/2014/main" id="{50172859-1719-B292-5773-C9342BC32D0F}"/>
              </a:ext>
            </a:extLst>
          </p:cNvPr>
          <p:cNvSpPr txBox="1"/>
          <p:nvPr/>
        </p:nvSpPr>
        <p:spPr>
          <a:xfrm>
            <a:off x="9222625" y="5013176"/>
            <a:ext cx="1697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dirty="0">
                <a:hlinkClick r:id="rId7"/>
              </a:rPr>
              <a:t>https://d3js.org</a:t>
            </a:r>
            <a:endParaRPr lang="nl-BE" dirty="0"/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1AEC0763-B9A1-2F21-4CE6-78D7AF048908}"/>
              </a:ext>
            </a:extLst>
          </p:cNvPr>
          <p:cNvSpPr txBox="1"/>
          <p:nvPr/>
        </p:nvSpPr>
        <p:spPr>
          <a:xfrm>
            <a:off x="1036441" y="5013176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dirty="0">
                <a:hlinkClick r:id="rId8"/>
              </a:rPr>
              <a:t>https://react.dev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9748173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D1B360-BCBC-76AA-B12D-DC5EE62DB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C57741DE-43F0-BB73-8190-62928B40676C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Node visualisatie</a:t>
            </a:r>
          </a:p>
        </p:txBody>
      </p:sp>
      <p:pic>
        <p:nvPicPr>
          <p:cNvPr id="2" name="Afbeelding 1" descr="Afbeelding met tekst, schermopname, Lettertype, lijn&#10;&#10;Door AI gegenereerde inhoud is mogelijk onjuist.">
            <a:extLst>
              <a:ext uri="{FF2B5EF4-FFF2-40B4-BE49-F238E27FC236}">
                <a16:creationId xmlns:a16="http://schemas.microsoft.com/office/drawing/2014/main" id="{40903ECD-1973-9192-C053-0D36D437F1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655" y="1268760"/>
            <a:ext cx="6192688" cy="1593046"/>
          </a:xfrm>
          <a:prstGeom prst="rect">
            <a:avLst/>
          </a:prstGeom>
        </p:spPr>
      </p:pic>
      <p:pic>
        <p:nvPicPr>
          <p:cNvPr id="3" name="Afbeelding 2" descr="Afbeelding met tekst, schermopname, Lettertype, nummer&#10;&#10;Door AI gegenereerde inhoud is mogelijk onjuist.">
            <a:extLst>
              <a:ext uri="{FF2B5EF4-FFF2-40B4-BE49-F238E27FC236}">
                <a16:creationId xmlns:a16="http://schemas.microsoft.com/office/drawing/2014/main" id="{53491071-8E08-08ED-66D1-CA75200520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632" y="3861048"/>
            <a:ext cx="6541463" cy="1584176"/>
          </a:xfrm>
          <a:prstGeom prst="rect">
            <a:avLst/>
          </a:prstGeom>
        </p:spPr>
      </p:pic>
      <p:sp>
        <p:nvSpPr>
          <p:cNvPr id="7" name="Pijl: omhoog 6">
            <a:extLst>
              <a:ext uri="{FF2B5EF4-FFF2-40B4-BE49-F238E27FC236}">
                <a16:creationId xmlns:a16="http://schemas.microsoft.com/office/drawing/2014/main" id="{51561988-B864-373F-5499-B73E52A013F7}"/>
              </a:ext>
            </a:extLst>
          </p:cNvPr>
          <p:cNvSpPr/>
          <p:nvPr/>
        </p:nvSpPr>
        <p:spPr>
          <a:xfrm>
            <a:off x="6672064" y="2705083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8" name="Pijl: omhoog 7">
            <a:extLst>
              <a:ext uri="{FF2B5EF4-FFF2-40B4-BE49-F238E27FC236}">
                <a16:creationId xmlns:a16="http://schemas.microsoft.com/office/drawing/2014/main" id="{3F66AD93-7A83-CE1F-D7C7-0FF222EE631E}"/>
              </a:ext>
            </a:extLst>
          </p:cNvPr>
          <p:cNvSpPr/>
          <p:nvPr/>
        </p:nvSpPr>
        <p:spPr>
          <a:xfrm>
            <a:off x="7752184" y="2276872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9" name="Pijl: omhoog 8">
            <a:extLst>
              <a:ext uri="{FF2B5EF4-FFF2-40B4-BE49-F238E27FC236}">
                <a16:creationId xmlns:a16="http://schemas.microsoft.com/office/drawing/2014/main" id="{3D99A961-DBE4-24FD-26B6-7F1DA7A8B290}"/>
              </a:ext>
            </a:extLst>
          </p:cNvPr>
          <p:cNvSpPr/>
          <p:nvPr/>
        </p:nvSpPr>
        <p:spPr>
          <a:xfrm>
            <a:off x="5705696" y="2705083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0" name="Pijl: omhoog 9">
            <a:extLst>
              <a:ext uri="{FF2B5EF4-FFF2-40B4-BE49-F238E27FC236}">
                <a16:creationId xmlns:a16="http://schemas.microsoft.com/office/drawing/2014/main" id="{198540F4-1EAF-040F-D9EB-8F5BD73E23EF}"/>
              </a:ext>
            </a:extLst>
          </p:cNvPr>
          <p:cNvSpPr/>
          <p:nvPr/>
        </p:nvSpPr>
        <p:spPr>
          <a:xfrm>
            <a:off x="5195459" y="2705083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1" name="Pijl: omhoog 10">
            <a:extLst>
              <a:ext uri="{FF2B5EF4-FFF2-40B4-BE49-F238E27FC236}">
                <a16:creationId xmlns:a16="http://schemas.microsoft.com/office/drawing/2014/main" id="{6C42D3B5-1C36-5C36-CF64-44FAAABB52E7}"/>
              </a:ext>
            </a:extLst>
          </p:cNvPr>
          <p:cNvSpPr/>
          <p:nvPr/>
        </p:nvSpPr>
        <p:spPr>
          <a:xfrm rot="7488290">
            <a:off x="3320413" y="940589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2" name="Pijl: omhoog 11">
            <a:extLst>
              <a:ext uri="{FF2B5EF4-FFF2-40B4-BE49-F238E27FC236}">
                <a16:creationId xmlns:a16="http://schemas.microsoft.com/office/drawing/2014/main" id="{35E6B6B5-A7EA-10B3-8502-90CEBC3849EB}"/>
              </a:ext>
            </a:extLst>
          </p:cNvPr>
          <p:cNvSpPr/>
          <p:nvPr/>
        </p:nvSpPr>
        <p:spPr>
          <a:xfrm rot="11280905">
            <a:off x="8371896" y="3177789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438759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AE051-F32C-49F0-50F8-EB31376FC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8BD87DF1-858C-F73A-6B20-217663F7DD29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Tree visualisatie</a:t>
            </a:r>
          </a:p>
        </p:txBody>
      </p:sp>
      <p:pic>
        <p:nvPicPr>
          <p:cNvPr id="5" name="Afbeelding 4" descr="Afbeelding met diagram, schermopname, lijn, ontwerp&#10;&#10;Door AI gegenereerde inhoud is mogelijk onjuist.">
            <a:extLst>
              <a:ext uri="{FF2B5EF4-FFF2-40B4-BE49-F238E27FC236}">
                <a16:creationId xmlns:a16="http://schemas.microsoft.com/office/drawing/2014/main" id="{3837FFD8-9E7D-5395-94A6-372C75F1792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1464" y="620688"/>
            <a:ext cx="5328592" cy="2643147"/>
          </a:xfrm>
          <a:prstGeom prst="rect">
            <a:avLst/>
          </a:prstGeom>
        </p:spPr>
      </p:pic>
      <p:pic>
        <p:nvPicPr>
          <p:cNvPr id="7" name="Afbeelding 6" descr="Afbeelding met diagram, lijn, origami, ontwerp&#10;&#10;Door AI gegenereerde inhoud is mogelijk onjuist.">
            <a:extLst>
              <a:ext uri="{FF2B5EF4-FFF2-40B4-BE49-F238E27FC236}">
                <a16:creationId xmlns:a16="http://schemas.microsoft.com/office/drawing/2014/main" id="{B763E27B-08A5-1C25-1057-E72A403EB0F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85" r="892"/>
          <a:stretch>
            <a:fillRect/>
          </a:stretch>
        </p:blipFill>
        <p:spPr>
          <a:xfrm>
            <a:off x="47328" y="3645024"/>
            <a:ext cx="7848872" cy="2366118"/>
          </a:xfrm>
          <a:prstGeom prst="rect">
            <a:avLst/>
          </a:prstGeom>
        </p:spPr>
      </p:pic>
      <p:pic>
        <p:nvPicPr>
          <p:cNvPr id="2" name="Afbeelding 1" descr="Afbeelding met schermopname, ontwerp&#10;&#10;Door AI gegenereerde inhoud is mogelijk onjuist.">
            <a:extLst>
              <a:ext uri="{FF2B5EF4-FFF2-40B4-BE49-F238E27FC236}">
                <a16:creationId xmlns:a16="http://schemas.microsoft.com/office/drawing/2014/main" id="{630A8C63-9521-27C2-EECF-E9CC822E1E2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6200" y="404664"/>
            <a:ext cx="4197469" cy="5113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18100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6817A-F104-825A-EF80-3333B006C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ACDA3C2B-FD4F-2021-A689-D1F54F84AB97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Statusiconen</a:t>
            </a:r>
          </a:p>
        </p:txBody>
      </p:sp>
      <p:grpSp>
        <p:nvGrpSpPr>
          <p:cNvPr id="2" name="Groep 1">
            <a:extLst>
              <a:ext uri="{FF2B5EF4-FFF2-40B4-BE49-F238E27FC236}">
                <a16:creationId xmlns:a16="http://schemas.microsoft.com/office/drawing/2014/main" id="{2D82A638-F4F8-57F7-E97F-08B316A51F3D}"/>
              </a:ext>
            </a:extLst>
          </p:cNvPr>
          <p:cNvGrpSpPr/>
          <p:nvPr/>
        </p:nvGrpSpPr>
        <p:grpSpPr>
          <a:xfrm>
            <a:off x="251301" y="1844824"/>
            <a:ext cx="5052611" cy="3096344"/>
            <a:chOff x="0" y="0"/>
            <a:chExt cx="2971800" cy="1821180"/>
          </a:xfrm>
        </p:grpSpPr>
        <p:pic>
          <p:nvPicPr>
            <p:cNvPr id="3" name="Afbeelding 2">
              <a:extLst>
                <a:ext uri="{FF2B5EF4-FFF2-40B4-BE49-F238E27FC236}">
                  <a16:creationId xmlns:a16="http://schemas.microsoft.com/office/drawing/2014/main" id="{2ACD2AEC-5A40-3BAE-5BFA-AF337F6C157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133600" y="7621"/>
              <a:ext cx="838200" cy="784859"/>
            </a:xfrm>
            <a:prstGeom prst="rect">
              <a:avLst/>
            </a:prstGeom>
          </p:spPr>
        </p:pic>
        <p:pic>
          <p:nvPicPr>
            <p:cNvPr id="5" name="Afbeelding 4">
              <a:extLst>
                <a:ext uri="{FF2B5EF4-FFF2-40B4-BE49-F238E27FC236}">
                  <a16:creationId xmlns:a16="http://schemas.microsoft.com/office/drawing/2014/main" id="{8E5C5C7E-4990-4738-13C0-4583852571F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04800" y="13879"/>
              <a:ext cx="822960" cy="749481"/>
            </a:xfrm>
            <a:prstGeom prst="rect">
              <a:avLst/>
            </a:prstGeom>
          </p:spPr>
        </p:pic>
        <p:pic>
          <p:nvPicPr>
            <p:cNvPr id="7" name="Afbeelding 6" descr="Afbeelding met schermopname, clipart, ontwerp&#10;&#10;Door AI gegenereerde inhoud is mogelijk onjuist.">
              <a:extLst>
                <a:ext uri="{FF2B5EF4-FFF2-40B4-BE49-F238E27FC236}">
                  <a16:creationId xmlns:a16="http://schemas.microsoft.com/office/drawing/2014/main" id="{20C45C50-845A-86B0-BA24-2F669D8B8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5980" y="1051560"/>
              <a:ext cx="838200" cy="769620"/>
            </a:xfrm>
            <a:prstGeom prst="rect">
              <a:avLst/>
            </a:prstGeom>
          </p:spPr>
        </p:pic>
        <p:pic>
          <p:nvPicPr>
            <p:cNvPr id="8" name="Afbeelding 7" descr="Afbeelding met schermopname, diagram, symbool, ontwerp&#10;&#10;Door AI gegenereerde inhoud is mogelijk onjuist.">
              <a:extLst>
                <a:ext uri="{FF2B5EF4-FFF2-40B4-BE49-F238E27FC236}">
                  <a16:creationId xmlns:a16="http://schemas.microsoft.com/office/drawing/2014/main" id="{0E79CA78-72BC-FF38-F089-3FE81ADFB57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4800" y="1051560"/>
              <a:ext cx="800100" cy="762000"/>
            </a:xfrm>
            <a:prstGeom prst="rect">
              <a:avLst/>
            </a:prstGeom>
          </p:spPr>
        </p:pic>
        <p:sp>
          <p:nvSpPr>
            <p:cNvPr id="9" name="Tekstvak 2">
              <a:extLst>
                <a:ext uri="{FF2B5EF4-FFF2-40B4-BE49-F238E27FC236}">
                  <a16:creationId xmlns:a16="http://schemas.microsoft.com/office/drawing/2014/main" id="{7020E25A-63F0-9176-027D-9DFCEF89D3F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620" y="7620"/>
              <a:ext cx="335280" cy="3429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nl-BE" sz="1200" kern="10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a)</a:t>
              </a:r>
            </a:p>
          </p:txBody>
        </p:sp>
        <p:sp>
          <p:nvSpPr>
            <p:cNvPr id="10" name="Tekstvak 2">
              <a:extLst>
                <a:ext uri="{FF2B5EF4-FFF2-40B4-BE49-F238E27FC236}">
                  <a16:creationId xmlns:a16="http://schemas.microsoft.com/office/drawing/2014/main" id="{19E68D19-8FE2-0FEF-1845-B771B8FAE74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28800" y="0"/>
              <a:ext cx="335280" cy="3429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nl-BE" sz="1200" kern="10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b)</a:t>
              </a:r>
            </a:p>
          </p:txBody>
        </p:sp>
        <p:sp>
          <p:nvSpPr>
            <p:cNvPr id="11" name="Tekstvak 2">
              <a:extLst>
                <a:ext uri="{FF2B5EF4-FFF2-40B4-BE49-F238E27FC236}">
                  <a16:creationId xmlns:a16="http://schemas.microsoft.com/office/drawing/2014/main" id="{DCCEEE11-402A-5D86-CC8B-F229564CA6A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0" y="1051560"/>
              <a:ext cx="335280" cy="3429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nl-BE" sz="1200" kern="10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c)</a:t>
              </a:r>
            </a:p>
          </p:txBody>
        </p:sp>
        <p:sp>
          <p:nvSpPr>
            <p:cNvPr id="12" name="Tekstvak 2">
              <a:extLst>
                <a:ext uri="{FF2B5EF4-FFF2-40B4-BE49-F238E27FC236}">
                  <a16:creationId xmlns:a16="http://schemas.microsoft.com/office/drawing/2014/main" id="{B4AA9F99-D8F8-F87A-1899-47940574EE1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36420" y="1051560"/>
              <a:ext cx="335280" cy="3429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nl-BE" sz="1200" kern="10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d)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221806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E2D41C-0CB8-6FFF-1E89-D5084E7B9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768E5780-3C91-C80F-9139-C501DED4B6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980731"/>
            <a:ext cx="5384800" cy="5145435"/>
          </a:xfrm>
        </p:spPr>
        <p:txBody>
          <a:bodyPr wrap="square" anchor="t">
            <a:normAutofit/>
          </a:bodyPr>
          <a:lstStyle/>
          <a:p>
            <a:pPr lvl="1"/>
            <a:endParaRPr lang="nl-BE" sz="2000" dirty="0"/>
          </a:p>
          <a:p>
            <a:pPr lvl="1"/>
            <a:endParaRPr lang="nl-BE" sz="20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CCCCBF1-3648-9203-1FD4-990EE7EC375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Filter logica</a:t>
            </a:r>
          </a:p>
        </p:txBody>
      </p:sp>
      <p:pic>
        <p:nvPicPr>
          <p:cNvPr id="3" name="Afbeelding 2" descr="Afbeelding met Lettertype, schermopname, symbool, tekst&#10;&#10;Door AI gegenereerde inhoud is mogelijk onjuist.">
            <a:extLst>
              <a:ext uri="{FF2B5EF4-FFF2-40B4-BE49-F238E27FC236}">
                <a16:creationId xmlns:a16="http://schemas.microsoft.com/office/drawing/2014/main" id="{BFD78C23-F4A8-F76A-B42D-EDF1A6AEFF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384" y="1563560"/>
            <a:ext cx="1813927" cy="3672408"/>
          </a:xfrm>
          <a:prstGeom prst="rect">
            <a:avLst/>
          </a:prstGeom>
        </p:spPr>
      </p:pic>
      <p:pic>
        <p:nvPicPr>
          <p:cNvPr id="2" name="Afbeelding 1" descr="Afbeelding met tekst, schermopname, nummer, Parallel&#10;&#10;Door AI gegenereerde inhoud is mogelijk onjuist.">
            <a:extLst>
              <a:ext uri="{FF2B5EF4-FFF2-40B4-BE49-F238E27FC236}">
                <a16:creationId xmlns:a16="http://schemas.microsoft.com/office/drawing/2014/main" id="{0E430A4E-9E91-60D3-710C-AFEB88E879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3588" y="1426315"/>
            <a:ext cx="4397067" cy="3883598"/>
          </a:xfrm>
          <a:prstGeom prst="rect">
            <a:avLst/>
          </a:prstGeom>
        </p:spPr>
      </p:pic>
      <p:pic>
        <p:nvPicPr>
          <p:cNvPr id="5" name="Afbeelding 4" descr="Afbeelding met tekst, schermopname, nummer, Parallel&#10;&#10;Door AI gegenereerde inhoud is mogelijk onjuist.">
            <a:extLst>
              <a:ext uri="{FF2B5EF4-FFF2-40B4-BE49-F238E27FC236}">
                <a16:creationId xmlns:a16="http://schemas.microsoft.com/office/drawing/2014/main" id="{0B37FF13-DB85-7504-DA59-96D8F5D749A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6536" y="1426314"/>
            <a:ext cx="4617248" cy="3946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5181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EB3CD-8EB3-7FEA-AACB-BB2099D46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Afbeelding 13" descr="Afbeelding met tekst, Lettertype, schermopname, lijn&#10;&#10;Door AI gegenereerde inhoud is mogelijk onjuist.">
            <a:extLst>
              <a:ext uri="{FF2B5EF4-FFF2-40B4-BE49-F238E27FC236}">
                <a16:creationId xmlns:a16="http://schemas.microsoft.com/office/drawing/2014/main" id="{42A69DE5-59AD-F04D-E101-2EB21D20D4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7768" y="1268760"/>
            <a:ext cx="4176464" cy="3672058"/>
          </a:xfrm>
          <a:prstGeom prst="rect">
            <a:avLst/>
          </a:prstGeom>
          <a:noFill/>
        </p:spPr>
      </p:pic>
      <p:sp>
        <p:nvSpPr>
          <p:cNvPr id="6" name="Titel 5">
            <a:extLst>
              <a:ext uri="{FF2B5EF4-FFF2-40B4-BE49-F238E27FC236}">
                <a16:creationId xmlns:a16="http://schemas.microsoft.com/office/drawing/2014/main" id="{ED655EFF-61DF-9558-8E59-DE95CB1A831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 err="1"/>
              <a:t>Danger</a:t>
            </a:r>
            <a:r>
              <a:rPr lang="nl-BE" dirty="0"/>
              <a:t> rating</a:t>
            </a:r>
          </a:p>
        </p:txBody>
      </p:sp>
    </p:spTree>
    <p:extLst>
      <p:ext uri="{BB962C8B-B14F-4D97-AF65-F5344CB8AC3E}">
        <p14:creationId xmlns:p14="http://schemas.microsoft.com/office/powerpoint/2010/main" val="27580065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659E3-C05A-5F26-598E-0E9716F47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2683AF4-C639-B319-2F18-4554228B73E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Gebruikersstudie</a:t>
            </a:r>
          </a:p>
        </p:txBody>
      </p:sp>
    </p:spTree>
    <p:extLst>
      <p:ext uri="{BB962C8B-B14F-4D97-AF65-F5344CB8AC3E}">
        <p14:creationId xmlns:p14="http://schemas.microsoft.com/office/powerpoint/2010/main" val="38282766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F2B81-ED65-F16A-D567-031A38B80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204C8F4B-3D91-9130-3079-657116F033C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Gebruikersstudie</a:t>
            </a:r>
          </a:p>
        </p:txBody>
      </p:sp>
      <p:graphicFrame>
        <p:nvGraphicFramePr>
          <p:cNvPr id="10" name="Tijdelijke aanduiding voor inhoud 3">
            <a:extLst>
              <a:ext uri="{FF2B5EF4-FFF2-40B4-BE49-F238E27FC236}">
                <a16:creationId xmlns:a16="http://schemas.microsoft.com/office/drawing/2014/main" id="{3A93645E-3F9E-4E30-4E3B-F6CECD05537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17845797"/>
              </p:ext>
            </p:extLst>
          </p:nvPr>
        </p:nvGraphicFramePr>
        <p:xfrm>
          <a:off x="609600" y="908723"/>
          <a:ext cx="10972800" cy="52174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268498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65B1C-B8CE-8ED0-C297-460C38E74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7910B10B-BFF4-A13F-74C6-9BC63825B4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980731"/>
            <a:ext cx="5384800" cy="5145435"/>
          </a:xfrm>
        </p:spPr>
        <p:txBody>
          <a:bodyPr wrap="square" anchor="t">
            <a:normAutofit/>
          </a:bodyPr>
          <a:lstStyle/>
          <a:p>
            <a:r>
              <a:rPr lang="nl-BE" dirty="0"/>
              <a:t>Twee scenario’s</a:t>
            </a:r>
          </a:p>
          <a:p>
            <a:pPr lvl="1"/>
            <a:r>
              <a:rPr lang="nl-BE" sz="2000" dirty="0"/>
              <a:t>Scenario 1: Inlog- en authenticatiesysteem (basisversie)</a:t>
            </a:r>
          </a:p>
          <a:p>
            <a:pPr lvl="1"/>
            <a:r>
              <a:rPr lang="nl-BE" sz="2000" dirty="0"/>
              <a:t>Scenario 2: AI‑fraudedetectiesysteem (uitgebreide versie)</a:t>
            </a:r>
          </a:p>
          <a:p>
            <a:pPr lvl="1"/>
            <a:endParaRPr lang="nl-BE" sz="2000" dirty="0"/>
          </a:p>
          <a:p>
            <a:pPr lvl="2"/>
            <a:endParaRPr lang="nl-BE" sz="20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9880BB0E-F4C7-691D-E178-BCDDF6FCAC2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Gebruikersstudie</a:t>
            </a:r>
          </a:p>
        </p:txBody>
      </p:sp>
      <p:pic>
        <p:nvPicPr>
          <p:cNvPr id="2" name="Afbeelding 1" descr="Afbeelding met tekst, schermopname, Lettertype, nummer&#10;&#10;Door AI gegenereerde inhoud is mogelijk onjuist.">
            <a:extLst>
              <a:ext uri="{FF2B5EF4-FFF2-40B4-BE49-F238E27FC236}">
                <a16:creationId xmlns:a16="http://schemas.microsoft.com/office/drawing/2014/main" id="{FCFD101C-E7A1-A14B-36DF-381BBF4640D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7602" y="834125"/>
            <a:ext cx="5384800" cy="2719323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3222446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48F2E3-64DC-0766-D725-13D770318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52D2791-80C6-429D-6DC0-24A9CCC08E3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Resultaten</a:t>
            </a:r>
          </a:p>
        </p:txBody>
      </p:sp>
    </p:spTree>
    <p:extLst>
      <p:ext uri="{BB962C8B-B14F-4D97-AF65-F5344CB8AC3E}">
        <p14:creationId xmlns:p14="http://schemas.microsoft.com/office/powerpoint/2010/main" val="28094167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03247-29C1-8FF2-930B-9B78486CB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055AC93B-83B7-8588-6D25-BCDC2DB338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620688"/>
            <a:ext cx="6854552" cy="5472608"/>
          </a:xfrm>
        </p:spPr>
        <p:txBody>
          <a:bodyPr wrap="square" anchor="t">
            <a:normAutofit/>
          </a:bodyPr>
          <a:lstStyle/>
          <a:p>
            <a:pPr lvl="1"/>
            <a:r>
              <a:rPr lang="nl-BE" sz="2200" dirty="0"/>
              <a:t>UEQ (laagste -3, hoogste +3):</a:t>
            </a:r>
          </a:p>
          <a:p>
            <a:pPr lvl="2"/>
            <a:endParaRPr lang="nl-BE" sz="20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92F75B6-950B-027B-6092-3874414639B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Resultaten</a:t>
            </a:r>
          </a:p>
        </p:txBody>
      </p:sp>
      <p:pic>
        <p:nvPicPr>
          <p:cNvPr id="2" name="Afbeelding 1" descr="Afbeelding met tekst, diagram, schermopname, Parallel&#10;&#10;Door AI gegenereerde inhoud is mogelijk onjuist.">
            <a:extLst>
              <a:ext uri="{FF2B5EF4-FFF2-40B4-BE49-F238E27FC236}">
                <a16:creationId xmlns:a16="http://schemas.microsoft.com/office/drawing/2014/main" id="{0E178FA8-5666-07F1-9E98-B5643F2068F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819" y="1170532"/>
            <a:ext cx="10547235" cy="4285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42211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4FDA7-98DA-51F8-CF9D-2896F9CD86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F63819F4-A815-D4A8-C6FD-E21E2FC509B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Ranking van features</a:t>
            </a:r>
          </a:p>
        </p:txBody>
      </p:sp>
      <p:pic>
        <p:nvPicPr>
          <p:cNvPr id="2" name="Afbeelding 1" descr="Afbeelding met tekst, schermopname, Lettertype, lijn&#10;&#10;Door AI gegenereerde inhoud is mogelijk onjuist.">
            <a:extLst>
              <a:ext uri="{FF2B5EF4-FFF2-40B4-BE49-F238E27FC236}">
                <a16:creationId xmlns:a16="http://schemas.microsoft.com/office/drawing/2014/main" id="{54DAB6C5-E299-7420-0B7B-F27972CF47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79" y="1196752"/>
            <a:ext cx="9863157" cy="3312368"/>
          </a:xfrm>
          <a:prstGeom prst="rect">
            <a:avLst/>
          </a:prstGeom>
        </p:spPr>
      </p:pic>
      <p:sp>
        <p:nvSpPr>
          <p:cNvPr id="3" name="Pijl: rechts 2">
            <a:extLst>
              <a:ext uri="{FF2B5EF4-FFF2-40B4-BE49-F238E27FC236}">
                <a16:creationId xmlns:a16="http://schemas.microsoft.com/office/drawing/2014/main" id="{E4023358-66B7-919A-E52C-FF8E01627341}"/>
              </a:ext>
            </a:extLst>
          </p:cNvPr>
          <p:cNvSpPr/>
          <p:nvPr/>
        </p:nvSpPr>
        <p:spPr>
          <a:xfrm>
            <a:off x="1668876" y="5085184"/>
            <a:ext cx="1008112" cy="432048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05F242A1-D267-A063-1AF0-77645D8BC32B}"/>
              </a:ext>
            </a:extLst>
          </p:cNvPr>
          <p:cNvSpPr txBox="1"/>
          <p:nvPr/>
        </p:nvSpPr>
        <p:spPr>
          <a:xfrm>
            <a:off x="2893012" y="5085184"/>
            <a:ext cx="76674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2400" dirty="0" err="1"/>
              <a:t>Branch</a:t>
            </a:r>
            <a:r>
              <a:rPr lang="nl-BE" sz="2400" dirty="0"/>
              <a:t> summary door twee deelnemers niet gevonden</a:t>
            </a:r>
          </a:p>
        </p:txBody>
      </p:sp>
    </p:spTree>
    <p:extLst>
      <p:ext uri="{BB962C8B-B14F-4D97-AF65-F5344CB8AC3E}">
        <p14:creationId xmlns:p14="http://schemas.microsoft.com/office/powerpoint/2010/main" val="15526093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0E02BE-83C5-1141-E372-F4483B3EF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1C9B3CB-7DBE-1119-87EE-42E255EDC78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Beperkingen gebruikersstudie</a:t>
            </a:r>
          </a:p>
        </p:txBody>
      </p:sp>
    </p:spTree>
    <p:extLst>
      <p:ext uri="{BB962C8B-B14F-4D97-AF65-F5344CB8AC3E}">
        <p14:creationId xmlns:p14="http://schemas.microsoft.com/office/powerpoint/2010/main" val="3348779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0C52EB-44AD-7E27-0B2C-D9ECAED61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489A907D-E0F4-64AB-18A2-26FB1B86593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Beperkingen gebruikersstudie</a:t>
            </a:r>
          </a:p>
        </p:txBody>
      </p:sp>
      <p:graphicFrame>
        <p:nvGraphicFramePr>
          <p:cNvPr id="10" name="Tijdelijke aanduiding voor inhoud 3">
            <a:extLst>
              <a:ext uri="{FF2B5EF4-FFF2-40B4-BE49-F238E27FC236}">
                <a16:creationId xmlns:a16="http://schemas.microsoft.com/office/drawing/2014/main" id="{674844A3-7704-CB18-503F-4CA26E9826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57721647"/>
              </p:ext>
            </p:extLst>
          </p:nvPr>
        </p:nvGraphicFramePr>
        <p:xfrm>
          <a:off x="609600" y="908723"/>
          <a:ext cx="10972800" cy="52174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376366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FB14B-1606-E69F-9481-92D701372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FC25486-6240-05F4-8303-A2F935B4B0E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Conclusie</a:t>
            </a:r>
          </a:p>
        </p:txBody>
      </p:sp>
    </p:spTree>
    <p:extLst>
      <p:ext uri="{BB962C8B-B14F-4D97-AF65-F5344CB8AC3E}">
        <p14:creationId xmlns:p14="http://schemas.microsoft.com/office/powerpoint/2010/main" val="36307867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99A43-750D-2F79-4926-3AAA19586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4E4DDC54-B7C2-7DF8-579E-A2789622B7B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Antwoorden onderzoeksvragen</a:t>
            </a:r>
          </a:p>
        </p:txBody>
      </p:sp>
      <p:graphicFrame>
        <p:nvGraphicFramePr>
          <p:cNvPr id="10" name="Tijdelijke aanduiding voor inhoud 3">
            <a:extLst>
              <a:ext uri="{FF2B5EF4-FFF2-40B4-BE49-F238E27FC236}">
                <a16:creationId xmlns:a16="http://schemas.microsoft.com/office/drawing/2014/main" id="{5E6BE104-3309-9E52-68BC-709A118D5C35}"/>
              </a:ext>
            </a:extLst>
          </p:cNvPr>
          <p:cNvGraphicFramePr>
            <a:graphicFrameLocks noGrp="1"/>
          </p:cNvGraphicFramePr>
          <p:nvPr>
            <p:ph sz="half" idx="10"/>
            <p:extLst>
              <p:ext uri="{D42A27DB-BD31-4B8C-83A1-F6EECF244321}">
                <p14:modId xmlns:p14="http://schemas.microsoft.com/office/powerpoint/2010/main" val="634844521"/>
              </p:ext>
            </p:extLst>
          </p:nvPr>
        </p:nvGraphicFramePr>
        <p:xfrm>
          <a:off x="544487" y="856281"/>
          <a:ext cx="11103026" cy="51454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0851356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58418-B994-66FD-5388-ED386522D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CEDC281B-40F6-91DC-11B2-15708FADFD6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Toekomstig werk</a:t>
            </a:r>
          </a:p>
        </p:txBody>
      </p:sp>
      <p:graphicFrame>
        <p:nvGraphicFramePr>
          <p:cNvPr id="8" name="Tijdelijke aanduiding voor inhoud 3">
            <a:extLst>
              <a:ext uri="{FF2B5EF4-FFF2-40B4-BE49-F238E27FC236}">
                <a16:creationId xmlns:a16="http://schemas.microsoft.com/office/drawing/2014/main" id="{CC65D551-B58C-BFD1-6987-53AA29FC55C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4215386"/>
              </p:ext>
            </p:extLst>
          </p:nvPr>
        </p:nvGraphicFramePr>
        <p:xfrm>
          <a:off x="609600" y="908723"/>
          <a:ext cx="10972800" cy="52174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857307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A19C9-367D-E3A8-182B-EC57205D3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4AFB0AA0-CC04-0E2B-D7F9-D106483F39D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Vragen?</a:t>
            </a:r>
          </a:p>
        </p:txBody>
      </p:sp>
    </p:spTree>
    <p:extLst>
      <p:ext uri="{BB962C8B-B14F-4D97-AF65-F5344CB8AC3E}">
        <p14:creationId xmlns:p14="http://schemas.microsoft.com/office/powerpoint/2010/main" val="10872722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036FD-DE73-CDEB-9E10-E44964860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87FA232E-BE82-E879-B04C-24F52934AC1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Referenties</a:t>
            </a:r>
          </a:p>
        </p:txBody>
      </p:sp>
    </p:spTree>
    <p:extLst>
      <p:ext uri="{BB962C8B-B14F-4D97-AF65-F5344CB8AC3E}">
        <p14:creationId xmlns:p14="http://schemas.microsoft.com/office/powerpoint/2010/main" val="187417916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0D166B-C515-47F6-0C70-E76140552F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72EBBAEF-E143-554C-1C1F-54399F37FE4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Vragen?</a:t>
            </a:r>
          </a:p>
        </p:txBody>
      </p:sp>
      <p:pic>
        <p:nvPicPr>
          <p:cNvPr id="3" name="Afbeelding 2" descr="Afbeelding met tekst, elektronica, computer, schermopname&#10;&#10;Door AI gegenereerde inhoud is mogelijk onjuist.">
            <a:extLst>
              <a:ext uri="{FF2B5EF4-FFF2-40B4-BE49-F238E27FC236}">
                <a16:creationId xmlns:a16="http://schemas.microsoft.com/office/drawing/2014/main" id="{C637C3D5-907D-D041-00C2-7F9F44D64F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4355" y="670675"/>
            <a:ext cx="3903290" cy="55166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65373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6CD68-3EFA-2456-10F5-27D293858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20864104-6F4C-94AC-577D-49709C8ACFB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Extra voorbereiding</a:t>
            </a:r>
          </a:p>
        </p:txBody>
      </p:sp>
    </p:spTree>
    <p:extLst>
      <p:ext uri="{BB962C8B-B14F-4D97-AF65-F5344CB8AC3E}">
        <p14:creationId xmlns:p14="http://schemas.microsoft.com/office/powerpoint/2010/main" val="26226676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E1C16-B24A-4614-0C74-58E2E58B8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>
            <a:extLst>
              <a:ext uri="{FF2B5EF4-FFF2-40B4-BE49-F238E27FC236}">
                <a16:creationId xmlns:a16="http://schemas.microsoft.com/office/drawing/2014/main" id="{1B4FCF74-C7F0-6D60-FC6F-B97C9C91D11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4016" y="2592759"/>
            <a:ext cx="5750279" cy="3428529"/>
          </a:xfrm>
          <a:prstGeom prst="rect">
            <a:avLst/>
          </a:prstGeom>
        </p:spPr>
      </p:pic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9CDBF585-D1C7-2E45-2FBB-A1686646F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764704"/>
            <a:ext cx="4334272" cy="5156721"/>
          </a:xfrm>
        </p:spPr>
        <p:txBody>
          <a:bodyPr/>
          <a:lstStyle/>
          <a:p>
            <a:r>
              <a:rPr lang="nl-BE" sz="2400" dirty="0"/>
              <a:t>Onderzocht</a:t>
            </a:r>
            <a:r>
              <a:rPr lang="nl-BE" sz="2800" dirty="0"/>
              <a:t>:</a:t>
            </a:r>
          </a:p>
          <a:p>
            <a:pPr lvl="1"/>
            <a:r>
              <a:rPr lang="nl-BE" sz="2000" dirty="0" err="1"/>
              <a:t>Treemaps</a:t>
            </a:r>
            <a:endParaRPr lang="nl-BE" sz="2000" dirty="0"/>
          </a:p>
          <a:p>
            <a:pPr lvl="1"/>
            <a:r>
              <a:rPr lang="nl-BE" sz="2000" dirty="0"/>
              <a:t>Circulaire </a:t>
            </a:r>
            <a:r>
              <a:rPr lang="nl-BE" sz="2000" dirty="0" err="1"/>
              <a:t>treemaps</a:t>
            </a:r>
            <a:endParaRPr lang="nl-BE" sz="20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3E88FC11-15BC-F760-ED2C-6ED3695317CF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Visualisatie</a:t>
            </a:r>
          </a:p>
        </p:txBody>
      </p:sp>
      <p:pic>
        <p:nvPicPr>
          <p:cNvPr id="3" name="Afbeelding 2">
            <a:extLst>
              <a:ext uri="{FF2B5EF4-FFF2-40B4-BE49-F238E27FC236}">
                <a16:creationId xmlns:a16="http://schemas.microsoft.com/office/drawing/2014/main" id="{37685CBF-9963-B4D7-9E1C-A8B82DACD54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558" y="2586431"/>
            <a:ext cx="5483835" cy="3362849"/>
          </a:xfrm>
          <a:prstGeom prst="rect">
            <a:avLst/>
          </a:prstGeom>
        </p:spPr>
      </p:pic>
      <p:sp>
        <p:nvSpPr>
          <p:cNvPr id="8" name="Tijdelijke aanduiding voor inhoud 3">
            <a:extLst>
              <a:ext uri="{FF2B5EF4-FFF2-40B4-BE49-F238E27FC236}">
                <a16:creationId xmlns:a16="http://schemas.microsoft.com/office/drawing/2014/main" id="{19C37285-2DCC-E6A3-140D-3B84147CFDC0}"/>
              </a:ext>
            </a:extLst>
          </p:cNvPr>
          <p:cNvSpPr txBox="1">
            <a:spLocks/>
          </p:cNvSpPr>
          <p:nvPr/>
        </p:nvSpPr>
        <p:spPr bwMode="auto">
          <a:xfrm>
            <a:off x="5807968" y="620688"/>
            <a:ext cx="5404402" cy="19657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4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2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nl-BE" sz="2400" dirty="0"/>
              <a:t>Structuur:</a:t>
            </a:r>
          </a:p>
          <a:p>
            <a:pPr lvl="2"/>
            <a:r>
              <a:rPr lang="nl-BE" sz="2000" dirty="0"/>
              <a:t>Goed ruimtegebruik</a:t>
            </a:r>
          </a:p>
          <a:p>
            <a:pPr lvl="2"/>
            <a:r>
              <a:rPr lang="nl-BE" sz="2000" dirty="0"/>
              <a:t>Onduidelijke sequentiële weergave</a:t>
            </a:r>
          </a:p>
          <a:p>
            <a:pPr lvl="2"/>
            <a:r>
              <a:rPr lang="nl-BE" sz="2000" dirty="0"/>
              <a:t>Onduidelijk </a:t>
            </a:r>
            <a:r>
              <a:rPr lang="nl-BE" sz="2000" dirty="0" err="1"/>
              <a:t>parent-child</a:t>
            </a:r>
            <a:r>
              <a:rPr lang="nl-BE" sz="2000" dirty="0"/>
              <a:t> relatie</a:t>
            </a:r>
          </a:p>
        </p:txBody>
      </p:sp>
    </p:spTree>
    <p:extLst>
      <p:ext uri="{BB962C8B-B14F-4D97-AF65-F5344CB8AC3E}">
        <p14:creationId xmlns:p14="http://schemas.microsoft.com/office/powerpoint/2010/main" val="397932947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7099A0-27E0-BDBA-DA7B-2B7E83529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E87FED3E-E649-176C-BB76-9FB5244E81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764705"/>
            <a:ext cx="4694312" cy="1800200"/>
          </a:xfrm>
        </p:spPr>
        <p:txBody>
          <a:bodyPr/>
          <a:lstStyle/>
          <a:p>
            <a:r>
              <a:rPr lang="nl-BE" sz="2400" dirty="0"/>
              <a:t>Geïmplementeerd:</a:t>
            </a:r>
          </a:p>
          <a:p>
            <a:pPr lvl="1"/>
            <a:r>
              <a:rPr lang="nl-BE" sz="2000" dirty="0"/>
              <a:t>Horizontale tree lay-outs</a:t>
            </a:r>
          </a:p>
          <a:p>
            <a:pPr lvl="1"/>
            <a:r>
              <a:rPr lang="nl-BE" sz="2000" dirty="0"/>
              <a:t>Verticale tree lay-outs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6E5683D8-299C-0CFA-C163-F4E201FC31F4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Visualisatie</a:t>
            </a:r>
          </a:p>
        </p:txBody>
      </p:sp>
      <p:pic>
        <p:nvPicPr>
          <p:cNvPr id="5" name="Afbeelding 4" descr="Afbeelding met diagram, schermopname, lijn, ontwerp&#10;&#10;Door AI gegenereerde inhoud is mogelijk onjuist.">
            <a:extLst>
              <a:ext uri="{FF2B5EF4-FFF2-40B4-BE49-F238E27FC236}">
                <a16:creationId xmlns:a16="http://schemas.microsoft.com/office/drawing/2014/main" id="{8DDD9BE4-6DDA-E9DE-0555-515842AB1FF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0056" y="641837"/>
            <a:ext cx="5328592" cy="2643147"/>
          </a:xfrm>
          <a:prstGeom prst="rect">
            <a:avLst/>
          </a:prstGeom>
        </p:spPr>
      </p:pic>
      <p:pic>
        <p:nvPicPr>
          <p:cNvPr id="7" name="Afbeelding 6" descr="Afbeelding met diagram, lijn, origami, ontwerp&#10;&#10;Door AI gegenereerde inhoud is mogelijk onjuist.">
            <a:extLst>
              <a:ext uri="{FF2B5EF4-FFF2-40B4-BE49-F238E27FC236}">
                <a16:creationId xmlns:a16="http://schemas.microsoft.com/office/drawing/2014/main" id="{24C7CD24-7193-11D5-C81E-264BC3DF48B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1744" y="3727177"/>
            <a:ext cx="8064896" cy="2366118"/>
          </a:xfrm>
          <a:prstGeom prst="rect">
            <a:avLst/>
          </a:prstGeom>
        </p:spPr>
      </p:pic>
      <p:sp>
        <p:nvSpPr>
          <p:cNvPr id="8" name="Tijdelijke aanduiding voor inhoud 3">
            <a:extLst>
              <a:ext uri="{FF2B5EF4-FFF2-40B4-BE49-F238E27FC236}">
                <a16:creationId xmlns:a16="http://schemas.microsoft.com/office/drawing/2014/main" id="{EB927FC5-5957-6352-8E0A-EC8A1A0641B3}"/>
              </a:ext>
            </a:extLst>
          </p:cNvPr>
          <p:cNvSpPr txBox="1">
            <a:spLocks/>
          </p:cNvSpPr>
          <p:nvPr/>
        </p:nvSpPr>
        <p:spPr bwMode="auto">
          <a:xfrm>
            <a:off x="624417" y="2492896"/>
            <a:ext cx="4694312" cy="1800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4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2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BE" sz="2400" dirty="0"/>
              <a:t>Structuur:</a:t>
            </a:r>
          </a:p>
          <a:p>
            <a:pPr lvl="1"/>
            <a:r>
              <a:rPr lang="nl-BE" sz="2000" dirty="0"/>
              <a:t>Onvoldoende leesbaarheid</a:t>
            </a:r>
          </a:p>
          <a:p>
            <a:pPr lvl="1"/>
            <a:r>
              <a:rPr lang="nl-BE" sz="2000" dirty="0"/>
              <a:t>Onvoldoende overzicht</a:t>
            </a:r>
          </a:p>
          <a:p>
            <a:pPr lvl="1"/>
            <a:r>
              <a:rPr lang="nl-BE" sz="2000" dirty="0"/>
              <a:t>Teveel witruimte</a:t>
            </a:r>
          </a:p>
        </p:txBody>
      </p:sp>
    </p:spTree>
    <p:extLst>
      <p:ext uri="{BB962C8B-B14F-4D97-AF65-F5344CB8AC3E}">
        <p14:creationId xmlns:p14="http://schemas.microsoft.com/office/powerpoint/2010/main" val="21421536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D81BF-8C3A-E033-BFE8-A3EC9A56B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7334CF67-E7D4-8D27-3EF7-B58121C7C1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 err="1"/>
              <a:t>Branch</a:t>
            </a:r>
            <a:r>
              <a:rPr lang="nl-BE" dirty="0"/>
              <a:t> summary</a:t>
            </a:r>
          </a:p>
        </p:txBody>
      </p:sp>
      <p:pic>
        <p:nvPicPr>
          <p:cNvPr id="2" name="Afbeelding 1" descr="Afbeelding met tekst, schermopname, nummer, Lettertype&#10;&#10;Door AI gegenereerde inhoud is mogelijk onjuist.">
            <a:extLst>
              <a:ext uri="{FF2B5EF4-FFF2-40B4-BE49-F238E27FC236}">
                <a16:creationId xmlns:a16="http://schemas.microsoft.com/office/drawing/2014/main" id="{AE4DD5E7-26D0-6753-C933-AF8F9410D7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9816" y="908720"/>
            <a:ext cx="3312368" cy="476599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2986688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54169-6AD7-1D80-910B-13391C21F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89F76711-70A3-AEAB-64F0-E02DF573BC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06948"/>
            <a:ext cx="10670976" cy="5472608"/>
          </a:xfrm>
        </p:spPr>
        <p:txBody>
          <a:bodyPr wrap="square" anchor="t">
            <a:normAutofit/>
          </a:bodyPr>
          <a:lstStyle/>
          <a:p>
            <a:r>
              <a:rPr lang="nl-BE" sz="2400" dirty="0"/>
              <a:t>Compactere weergave tree</a:t>
            </a:r>
          </a:p>
          <a:p>
            <a:r>
              <a:rPr lang="nl-BE" sz="2400" dirty="0"/>
              <a:t>Intuïtiever manier van in en uit klappen</a:t>
            </a:r>
          </a:p>
          <a:p>
            <a:r>
              <a:rPr lang="nl-BE" sz="2400" dirty="0"/>
              <a:t>Duidelijkere indicatie geactiveerde </a:t>
            </a:r>
            <a:r>
              <a:rPr lang="nl-BE" sz="2400" dirty="0" err="1"/>
              <a:t>collapse</a:t>
            </a:r>
            <a:r>
              <a:rPr lang="nl-BE" sz="2400" dirty="0"/>
              <a:t>/</a:t>
            </a:r>
            <a:r>
              <a:rPr lang="nl-BE" sz="2400" dirty="0" err="1"/>
              <a:t>expand</a:t>
            </a:r>
            <a:r>
              <a:rPr lang="nl-BE" sz="2400" dirty="0"/>
              <a:t>-knop</a:t>
            </a:r>
          </a:p>
          <a:p>
            <a:r>
              <a:rPr lang="nl-BE" sz="2400" dirty="0"/>
              <a:t>Eenvoudigere manier annuleren van aangemaakte node</a:t>
            </a:r>
          </a:p>
          <a:p>
            <a:r>
              <a:rPr lang="nl-BE" sz="2400" dirty="0"/>
              <a:t>Meer context bij searchbar</a:t>
            </a:r>
          </a:p>
          <a:p>
            <a:r>
              <a:rPr lang="nl-BE" sz="2400" dirty="0"/>
              <a:t>Aanpassing van sortering </a:t>
            </a:r>
            <a:r>
              <a:rPr lang="nl-BE" sz="2400" dirty="0" err="1"/>
              <a:t>danger</a:t>
            </a:r>
            <a:r>
              <a:rPr lang="nl-BE" sz="2400" dirty="0"/>
              <a:t> rating</a:t>
            </a:r>
          </a:p>
          <a:p>
            <a:r>
              <a:rPr lang="nl-BE" sz="2400" dirty="0"/>
              <a:t>Aantal per status ook in uitgeklapte weergave</a:t>
            </a:r>
          </a:p>
          <a:p>
            <a:pPr marL="0" indent="0">
              <a:buNone/>
            </a:pPr>
            <a:endParaRPr lang="nl-BE" sz="24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A9BD496-92F1-AF6C-FFD3-3D8FE038A53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Verbeterpunten</a:t>
            </a:r>
          </a:p>
        </p:txBody>
      </p:sp>
    </p:spTree>
    <p:extLst>
      <p:ext uri="{BB962C8B-B14F-4D97-AF65-F5344CB8AC3E}">
        <p14:creationId xmlns:p14="http://schemas.microsoft.com/office/powerpoint/2010/main" val="96067154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048C7-435B-5E4A-377C-10B73580D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804328F1-1D4B-256F-9E0E-6CE52CE409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06948"/>
            <a:ext cx="10670976" cy="5472608"/>
          </a:xfrm>
        </p:spPr>
        <p:txBody>
          <a:bodyPr wrap="square" anchor="t">
            <a:normAutofit/>
          </a:bodyPr>
          <a:lstStyle/>
          <a:p>
            <a:r>
              <a:rPr lang="nl-BE" sz="2400" dirty="0" err="1"/>
              <a:t>Custom</a:t>
            </a:r>
            <a:r>
              <a:rPr lang="nl-BE" sz="2400" dirty="0"/>
              <a:t> statussen</a:t>
            </a:r>
          </a:p>
          <a:p>
            <a:r>
              <a:rPr lang="nl-BE" sz="2400" dirty="0"/>
              <a:t>Inzoomen op een </a:t>
            </a:r>
            <a:r>
              <a:rPr lang="nl-BE" sz="2400" dirty="0" err="1"/>
              <a:t>subtree</a:t>
            </a:r>
            <a:endParaRPr lang="nl-BE" sz="2400" dirty="0"/>
          </a:p>
          <a:p>
            <a:r>
              <a:rPr lang="nl-BE" sz="2400" dirty="0"/>
              <a:t>Groeperen per </a:t>
            </a:r>
            <a:r>
              <a:rPr lang="nl-BE" sz="2400" dirty="0" err="1"/>
              <a:t>subtree</a:t>
            </a:r>
            <a:endParaRPr lang="nl-BE" sz="2400" dirty="0"/>
          </a:p>
          <a:p>
            <a:pPr lvl="1"/>
            <a:r>
              <a:rPr lang="nl-BE" sz="2200" dirty="0"/>
              <a:t>Kleuren</a:t>
            </a:r>
          </a:p>
          <a:p>
            <a:pPr lvl="1"/>
            <a:r>
              <a:rPr lang="nl-BE" sz="2200" dirty="0"/>
              <a:t>Namen</a:t>
            </a:r>
          </a:p>
          <a:p>
            <a:r>
              <a:rPr lang="nl-BE" sz="2400" dirty="0" err="1"/>
              <a:t>Collapse</a:t>
            </a:r>
            <a:r>
              <a:rPr lang="nl-BE" sz="2400" dirty="0"/>
              <a:t> behalve geselecteerde pad</a:t>
            </a:r>
          </a:p>
          <a:p>
            <a:r>
              <a:rPr lang="nl-BE" sz="2400" dirty="0"/>
              <a:t>Zoekbalk in </a:t>
            </a:r>
            <a:r>
              <a:rPr lang="nl-BE" sz="2400" dirty="0" err="1"/>
              <a:t>filtertab</a:t>
            </a:r>
            <a:endParaRPr lang="nl-BE" sz="24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C1DD3E6-ABF1-7FEC-45A6-4F6A88731F8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Mogelijke toevoegingen</a:t>
            </a:r>
          </a:p>
        </p:txBody>
      </p:sp>
    </p:spTree>
    <p:extLst>
      <p:ext uri="{BB962C8B-B14F-4D97-AF65-F5344CB8AC3E}">
        <p14:creationId xmlns:p14="http://schemas.microsoft.com/office/powerpoint/2010/main" val="222699380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DD847-0AA8-1FAA-5A70-BE1E6FAF0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7A709082-5EF2-D9CC-A542-059866A03F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06948"/>
            <a:ext cx="5198368" cy="5472608"/>
          </a:xfrm>
        </p:spPr>
        <p:txBody>
          <a:bodyPr wrap="square" anchor="t">
            <a:normAutofit/>
          </a:bodyPr>
          <a:lstStyle/>
          <a:p>
            <a:pPr marL="857250" lvl="1" indent="-342900"/>
            <a:r>
              <a:rPr lang="nl-BE" sz="2200" dirty="0"/>
              <a:t>Basisversie:</a:t>
            </a:r>
          </a:p>
          <a:p>
            <a:pPr lvl="2"/>
            <a:r>
              <a:rPr lang="nl-BE" sz="2000" dirty="0"/>
              <a:t>Veel scrollen en zoeken</a:t>
            </a:r>
          </a:p>
          <a:p>
            <a:pPr lvl="2"/>
            <a:r>
              <a:rPr lang="nl-BE" sz="2000" dirty="0"/>
              <a:t>Zoekbalk-afhankelijkheid</a:t>
            </a:r>
          </a:p>
          <a:p>
            <a:pPr lvl="2"/>
            <a:r>
              <a:rPr lang="nl-BE" sz="2000" dirty="0"/>
              <a:t>Handmatig tellen</a:t>
            </a:r>
          </a:p>
          <a:p>
            <a:pPr lvl="2"/>
            <a:r>
              <a:rPr lang="nl-BE" sz="2000" dirty="0" err="1"/>
              <a:t>Danger</a:t>
            </a:r>
            <a:r>
              <a:rPr lang="nl-BE" sz="2000" dirty="0"/>
              <a:t> rating/status vergeten</a:t>
            </a:r>
          </a:p>
          <a:p>
            <a:pPr lvl="2"/>
            <a:r>
              <a:rPr lang="nl-BE" sz="2000" dirty="0"/>
              <a:t>Manuele kettingreconstructie</a:t>
            </a:r>
          </a:p>
          <a:p>
            <a:pPr lvl="2"/>
            <a:endParaRPr lang="nl-BE" sz="2000" dirty="0"/>
          </a:p>
          <a:p>
            <a:pPr lvl="1"/>
            <a:r>
              <a:rPr lang="nl-BE" sz="2200" dirty="0"/>
              <a:t>Problemen:</a:t>
            </a:r>
          </a:p>
          <a:p>
            <a:pPr lvl="2"/>
            <a:r>
              <a:rPr lang="nl-BE" sz="2000" dirty="0"/>
              <a:t>Te veel tijd</a:t>
            </a:r>
          </a:p>
          <a:p>
            <a:pPr lvl="2"/>
            <a:r>
              <a:rPr lang="nl-BE" sz="2000" dirty="0"/>
              <a:t>Foutgevoelig</a:t>
            </a:r>
          </a:p>
          <a:p>
            <a:pPr lvl="3"/>
            <a:r>
              <a:rPr lang="nl-BE" sz="1800" dirty="0"/>
              <a:t>typefouten</a:t>
            </a:r>
          </a:p>
          <a:p>
            <a:pPr lvl="2"/>
            <a:endParaRPr lang="nl-BE" sz="20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915FA947-F77F-87CE-E590-911EDCB5A18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Observaties</a:t>
            </a:r>
          </a:p>
        </p:txBody>
      </p:sp>
      <p:sp>
        <p:nvSpPr>
          <p:cNvPr id="11" name="Tijdelijke aanduiding voor inhoud 3">
            <a:extLst>
              <a:ext uri="{FF2B5EF4-FFF2-40B4-BE49-F238E27FC236}">
                <a16:creationId xmlns:a16="http://schemas.microsoft.com/office/drawing/2014/main" id="{2DBEEEA5-E18A-C39C-C63E-B7A42516F333}"/>
              </a:ext>
            </a:extLst>
          </p:cNvPr>
          <p:cNvSpPr txBox="1">
            <a:spLocks/>
          </p:cNvSpPr>
          <p:nvPr/>
        </p:nvSpPr>
        <p:spPr bwMode="auto">
          <a:xfrm>
            <a:off x="5951984" y="1006948"/>
            <a:ext cx="5630416" cy="54726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4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2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57250" lvl="1" indent="-342900"/>
            <a:r>
              <a:rPr lang="nl-BE" sz="2200" dirty="0"/>
              <a:t>Uitgebreide versie oplossingen:</a:t>
            </a:r>
          </a:p>
          <a:p>
            <a:pPr lvl="2"/>
            <a:r>
              <a:rPr lang="nl-BE" sz="2000" dirty="0"/>
              <a:t>Standaard status</a:t>
            </a:r>
          </a:p>
          <a:p>
            <a:pPr lvl="2"/>
            <a:r>
              <a:rPr lang="nl-BE" sz="2000" dirty="0"/>
              <a:t>Visueel prominente </a:t>
            </a:r>
            <a:r>
              <a:rPr lang="nl-BE" sz="2000" dirty="0" err="1"/>
              <a:t>danger</a:t>
            </a:r>
            <a:r>
              <a:rPr lang="nl-BE" sz="2000" dirty="0"/>
              <a:t> rating</a:t>
            </a:r>
          </a:p>
          <a:p>
            <a:pPr lvl="2"/>
            <a:r>
              <a:rPr lang="nl-BE" sz="2000" dirty="0"/>
              <a:t>Directe filtering</a:t>
            </a:r>
          </a:p>
          <a:p>
            <a:pPr lvl="2"/>
            <a:r>
              <a:rPr lang="nl-BE" sz="2000" dirty="0" err="1"/>
              <a:t>Branch</a:t>
            </a:r>
            <a:r>
              <a:rPr lang="nl-BE" sz="2000" dirty="0"/>
              <a:t> Summary </a:t>
            </a:r>
            <a:r>
              <a:rPr lang="nl-BE" sz="2000" dirty="0" err="1"/>
              <a:t>ipv</a:t>
            </a:r>
            <a:r>
              <a:rPr lang="nl-BE" sz="2000" dirty="0"/>
              <a:t> manueel</a:t>
            </a:r>
          </a:p>
          <a:p>
            <a:pPr lvl="2"/>
            <a:r>
              <a:rPr lang="nl-BE" sz="2000" dirty="0"/>
              <a:t>Sneller en minder foutgevoelig</a:t>
            </a:r>
          </a:p>
        </p:txBody>
      </p:sp>
    </p:spTree>
    <p:extLst>
      <p:ext uri="{BB962C8B-B14F-4D97-AF65-F5344CB8AC3E}">
        <p14:creationId xmlns:p14="http://schemas.microsoft.com/office/powerpoint/2010/main" val="35706298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97F69-31FF-000C-402A-109738C98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596CE614-BD5F-98A3-D0BA-46B63FA939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06948"/>
            <a:ext cx="10670976" cy="5472608"/>
          </a:xfrm>
        </p:spPr>
        <p:txBody>
          <a:bodyPr wrap="square" anchor="t">
            <a:normAutofit/>
          </a:bodyPr>
          <a:lstStyle/>
          <a:p>
            <a:r>
              <a:rPr lang="nl-BE" sz="2400" dirty="0" err="1"/>
              <a:t>Threat</a:t>
            </a:r>
            <a:r>
              <a:rPr lang="nl-BE" sz="2400" dirty="0"/>
              <a:t> </a:t>
            </a:r>
            <a:r>
              <a:rPr lang="nl-BE" sz="2400" dirty="0" err="1"/>
              <a:t>modeling</a:t>
            </a:r>
            <a:endParaRPr lang="nl-BE" sz="2400" dirty="0"/>
          </a:p>
          <a:p>
            <a:pPr lvl="1"/>
            <a:r>
              <a:rPr lang="nl-BE" sz="2200" dirty="0"/>
              <a:t>Tijdsintensief</a:t>
            </a:r>
          </a:p>
          <a:p>
            <a:pPr lvl="1"/>
            <a:r>
              <a:rPr lang="nl-BE" sz="2200" dirty="0"/>
              <a:t>Security-experts</a:t>
            </a:r>
          </a:p>
          <a:p>
            <a:r>
              <a:rPr lang="nl-BE" sz="2400" dirty="0"/>
              <a:t>Toegankelijkere aanpak</a:t>
            </a:r>
          </a:p>
          <a:p>
            <a:r>
              <a:rPr lang="nl-BE" sz="2400" dirty="0"/>
              <a:t>Basisfunctionaliteiten</a:t>
            </a:r>
          </a:p>
          <a:p>
            <a:pPr lvl="1"/>
            <a:r>
              <a:rPr lang="nl-BE" sz="2000" dirty="0"/>
              <a:t>Werkt</a:t>
            </a:r>
          </a:p>
          <a:p>
            <a:pPr lvl="1"/>
            <a:r>
              <a:rPr lang="nl-BE" sz="2000" dirty="0"/>
              <a:t>Slechte efficiëntie</a:t>
            </a:r>
          </a:p>
          <a:p>
            <a:r>
              <a:rPr lang="nl-BE" sz="2200" dirty="0"/>
              <a:t>Pragmatische UX-features –&gt; verbeterde efficiëntie</a:t>
            </a:r>
          </a:p>
          <a:p>
            <a:r>
              <a:rPr lang="nl-BE" sz="2200" dirty="0"/>
              <a:t>Duidelijke verbetering uitgebreide versie</a:t>
            </a:r>
          </a:p>
          <a:p>
            <a:r>
              <a:rPr lang="nl-BE" sz="2200" dirty="0"/>
              <a:t>Features toepassen in bestaande tools</a:t>
            </a:r>
          </a:p>
          <a:p>
            <a:r>
              <a:rPr lang="nl-BE" sz="2200" dirty="0"/>
              <a:t>Verbeterde </a:t>
            </a:r>
            <a:r>
              <a:rPr lang="nl-BE" sz="2200" dirty="0" err="1"/>
              <a:t>usability</a:t>
            </a:r>
            <a:r>
              <a:rPr lang="nl-BE" sz="2200" dirty="0"/>
              <a:t> kan helpen bij security te verbeteren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4EDD6986-ECB8-A5D1-07A7-ADCA4403C34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Conclusie</a:t>
            </a:r>
          </a:p>
        </p:txBody>
      </p:sp>
    </p:spTree>
    <p:extLst>
      <p:ext uri="{BB962C8B-B14F-4D97-AF65-F5344CB8AC3E}">
        <p14:creationId xmlns:p14="http://schemas.microsoft.com/office/powerpoint/2010/main" val="172467404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" val="a839c4af37e9fb775237f959e1658ef4eeea9cb"/>
</p:tagLst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L_20171031_2018-2019_MP_sjabloon-ppt.potx" id="{E2ED51ED-2E39-43DA-B23C-7F40FC3EE651}" vid="{DE80C5EB-249E-4864-90A8-642525B275DD}"/>
    </a:ext>
  </a:extLst>
</a:theme>
</file>

<file path=ppt/theme/theme2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NL_20181122_2018-2019_MP_sjabloon-ppt</Template>
  <TotalTime>314</TotalTime>
  <Words>1008</Words>
  <Application>Microsoft Office PowerPoint</Application>
  <PresentationFormat>Breedbeeld</PresentationFormat>
  <Paragraphs>349</Paragraphs>
  <Slides>38</Slides>
  <Notes>14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5</vt:i4>
      </vt:variant>
      <vt:variant>
        <vt:lpstr>Thema</vt:lpstr>
      </vt:variant>
      <vt:variant>
        <vt:i4>1</vt:i4>
      </vt:variant>
      <vt:variant>
        <vt:lpstr>Diatitels</vt:lpstr>
      </vt:variant>
      <vt:variant>
        <vt:i4>38</vt:i4>
      </vt:variant>
    </vt:vector>
  </HeadingPairs>
  <TitlesOfParts>
    <vt:vector size="44" baseType="lpstr">
      <vt:lpstr>Aptos</vt:lpstr>
      <vt:lpstr>Arial</vt:lpstr>
      <vt:lpstr>Calibri</vt:lpstr>
      <vt:lpstr>Verdana</vt:lpstr>
      <vt:lpstr>Wingdings</vt:lpstr>
      <vt:lpstr>Kantoorthema</vt:lpstr>
      <vt:lpstr>Gebruiksvriendelijke beveiligingsmodelleringtool voor de fortunately-unfortunately methode</vt:lpstr>
      <vt:lpstr>Situering en doel</vt:lpstr>
      <vt:lpstr>Situering</vt:lpstr>
      <vt:lpstr>Onderzoeksvragen</vt:lpstr>
      <vt:lpstr>Inhoudsopgave</vt:lpstr>
      <vt:lpstr>Fortunately-unfortunately methode</vt:lpstr>
      <vt:lpstr>Fortunately-unfortunately methode</vt:lpstr>
      <vt:lpstr>Gerelateerd werk</vt:lpstr>
      <vt:lpstr>Gerelateerd werk</vt:lpstr>
      <vt:lpstr>Ontwerp van de tool</vt:lpstr>
      <vt:lpstr>De basis van de tool</vt:lpstr>
      <vt:lpstr>Node visualisatie</vt:lpstr>
      <vt:lpstr>Tree visualisatie</vt:lpstr>
      <vt:lpstr>Statusiconen</vt:lpstr>
      <vt:lpstr>Filter logica</vt:lpstr>
      <vt:lpstr>Danger rating</vt:lpstr>
      <vt:lpstr>Gebruikersstudie</vt:lpstr>
      <vt:lpstr>Gebruikersstudie</vt:lpstr>
      <vt:lpstr>Gebruikersstudie</vt:lpstr>
      <vt:lpstr>Resultaten</vt:lpstr>
      <vt:lpstr>Resultaten</vt:lpstr>
      <vt:lpstr>Ranking van features</vt:lpstr>
      <vt:lpstr>Beperkingen gebruikersstudie</vt:lpstr>
      <vt:lpstr>Beperkingen gebruikersstudie</vt:lpstr>
      <vt:lpstr>Conclusie</vt:lpstr>
      <vt:lpstr>Antwoorden onderzoeksvragen</vt:lpstr>
      <vt:lpstr>Toekomstig werk</vt:lpstr>
      <vt:lpstr>Vragen?</vt:lpstr>
      <vt:lpstr>Referenties</vt:lpstr>
      <vt:lpstr>Vragen?</vt:lpstr>
      <vt:lpstr>Extra voorbereiding</vt:lpstr>
      <vt:lpstr>Visualisatie</vt:lpstr>
      <vt:lpstr>Visualisatie</vt:lpstr>
      <vt:lpstr>Branch summary</vt:lpstr>
      <vt:lpstr>Verbeterpunten</vt:lpstr>
      <vt:lpstr>Mogelijke toevoegingen</vt:lpstr>
      <vt:lpstr>Observaties</vt:lpstr>
      <vt:lpstr>Conclusie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Voeg hier de titel in van je MP</dc:title>
  <dc:creator>Ronald Thoelen</dc:creator>
  <cp:lastModifiedBy>Mika Gielkens</cp:lastModifiedBy>
  <cp:revision>105</cp:revision>
  <dcterms:created xsi:type="dcterms:W3CDTF">2020-06-01T13:17:24Z</dcterms:created>
  <dcterms:modified xsi:type="dcterms:W3CDTF">2026-01-27T23:19:36Z</dcterms:modified>
</cp:coreProperties>
</file>