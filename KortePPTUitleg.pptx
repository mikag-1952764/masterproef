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18A2-174C-F559-2601-44E0CF4AC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780BBCB-D0FD-78E0-EE73-DE728A92A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697252-9C88-C91B-4B9B-B9807900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5E92D0B-4A82-5C79-D807-5B6B72CB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D7EEFEB-AEBB-7209-6B15-B02B43C5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427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9F1E66-08BE-5D9A-6755-8701A0F3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F3171D-9ED5-EDD6-4C5D-B46438ED5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48983FB-F1A1-11C9-8266-2C591D43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2E8CBD-4FC9-E847-21D2-C9A6273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041F659-775F-A912-C9EB-3CD8B00E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706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5CF94-5E61-DB8D-AE0D-690FB501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56AF5AB-2EB2-3A10-3555-4C791EE6E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089456-7FA3-65B3-1229-4EE5B2EF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3D5AA63-331B-FC45-9B36-11940015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25EAF43-3AC3-AE8B-3C64-9DEBC8DE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550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D33C7-4539-59AC-3FFA-EC82AA8F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AE6FF5-2614-C192-A49E-42076A975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47EF183-851B-FB7F-3157-44F7AE8CC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049817-2CEB-897C-90CA-FEC13A83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251121A-500F-B4B6-4BC5-5D52F369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E28ADBA-39B4-5B23-059C-07F6266D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452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792ED-AF5F-9642-C232-114B68F1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B6B591A-9A26-C316-5931-F8CD16F61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89F4C96-5CD7-C4D4-510C-3028D2387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F82ABF4-879A-60A2-7AD1-4CF62D212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E251CD8-7A05-33A4-C32F-B656E1D4C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08B3B2E-EB93-D0D7-5EA9-09F905F0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50779FF-ACF7-E72B-0C98-B8CE2695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934D660-9959-05E5-241F-60E419A6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691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8F28F-01BE-63ED-0DB2-AEAA8FBC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BD2E5EB-C95D-393E-81B8-23CCEEC7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9C8CFBD-6578-8914-AE84-1B1ADC68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7DF8CD-99CF-8BA6-6B5F-072A5378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3155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D0CB8E-EEB2-26A4-A0E1-8604B03A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EB7B15A-E628-3D23-FACF-89C4D31B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FFBE87-0B2F-1FE4-0355-04E745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4771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1B41E-2A62-86EF-C102-24895835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21B64F-B924-F33D-E490-239C8C9F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4428654-3885-50B6-F912-43A0BCF9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C6A1287-11FD-0576-8704-F70AC59A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F577A35-1125-B9D7-08DF-BCFBC147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6DB1477-8C2A-C46F-0617-758DE4C0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7890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6B44E2-9B1D-1CBC-A390-5478C5BB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930A569-7B0F-DC9D-3BDA-B6689F6B7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C5BCCF-97B2-D098-A4BB-932988D2B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C995E94-876D-174B-75CD-C21F21E4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2EED5EA-C49D-1E1D-9321-A88C193E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F87A43F-F17D-0521-81FF-DBDCBADD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522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CDB9A-D790-2A66-79BE-8810B575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8EEFC41-C5C0-8328-576A-27F020F49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963B23-683D-E964-33EA-533C0779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4A427D-B925-C6B3-D7E7-E599041B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B0280D-3D5A-FF47-95C8-9ED796CA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651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1F46A4B-C13E-AEBC-29DD-E72EF3A2D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A2B2E1A-7768-E884-F5E5-8EFA1A812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D4ACBC-0CF3-0538-B7E5-A4ED5692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3C4910-508E-A0CC-23CD-8EFE3986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6F270D9-F355-41B4-D28C-0C346682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886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4D8682D-EA0A-E2AE-41EE-E4C9911C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40B197-4B6C-C07A-22CE-EC7FBF35E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5105480-EFB3-A03C-4C9C-DA0A72F00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041EB-549A-4459-ABAF-7C5474F0D6D0}" type="datetimeFigureOut">
              <a:rPr lang="nl-BE" smtClean="0"/>
              <a:t>21/11/2025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3C787C-B9B9-B852-EE12-DEFF1E39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EC9BF6-2949-3A5C-E935-6520868D0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59EDD-5550-44A1-8B5E-00A6D1219D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834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1E465C57-C1B3-CB09-DA17-3A88B04DB31F}"/>
              </a:ext>
            </a:extLst>
          </p:cNvPr>
          <p:cNvSpPr txBox="1"/>
          <p:nvPr/>
        </p:nvSpPr>
        <p:spPr>
          <a:xfrm>
            <a:off x="430306" y="394447"/>
            <a:ext cx="1696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b="1" dirty="0"/>
              <a:t>Studie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A8582F6C-277E-EAAC-85D8-839BAB0EA248}"/>
              </a:ext>
            </a:extLst>
          </p:cNvPr>
          <p:cNvSpPr txBox="1"/>
          <p:nvPr/>
        </p:nvSpPr>
        <p:spPr>
          <a:xfrm>
            <a:off x="430306" y="1192306"/>
            <a:ext cx="662450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Security </a:t>
            </a:r>
            <a:r>
              <a:rPr lang="nl-BE" sz="2400" dirty="0" err="1"/>
              <a:t>modeling</a:t>
            </a:r>
            <a:r>
              <a:rPr lang="nl-BE" sz="2400" dirty="0"/>
              <a:t> vergemakkelijken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Fortunately-unfortunately</a:t>
            </a:r>
            <a:r>
              <a:rPr lang="nl-BE" sz="2400" dirty="0"/>
              <a:t> methode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Methode uit het </a:t>
            </a:r>
            <a:r>
              <a:rPr lang="nl-BE" sz="2000" dirty="0" err="1"/>
              <a:t>theatre</a:t>
            </a:r>
            <a:endParaRPr lang="nl-BE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Modeling</a:t>
            </a:r>
            <a:r>
              <a:rPr lang="nl-BE" sz="2000" dirty="0"/>
              <a:t> toegankelijker maken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Helpen bij breinstormen in groep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Deze studie focust op gebruiksvriendelijkheid</a:t>
            </a:r>
          </a:p>
        </p:txBody>
      </p:sp>
    </p:spTree>
    <p:extLst>
      <p:ext uri="{BB962C8B-B14F-4D97-AF65-F5344CB8AC3E}">
        <p14:creationId xmlns:p14="http://schemas.microsoft.com/office/powerpoint/2010/main" val="978162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48E73-5CEE-5660-735B-89807B99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5485376D-F8BB-4832-B1B0-49230924E903}"/>
              </a:ext>
            </a:extLst>
          </p:cNvPr>
          <p:cNvSpPr txBox="1"/>
          <p:nvPr/>
        </p:nvSpPr>
        <p:spPr>
          <a:xfrm>
            <a:off x="430306" y="394447"/>
            <a:ext cx="10539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b="1" dirty="0"/>
              <a:t>Wat is de </a:t>
            </a:r>
            <a:r>
              <a:rPr lang="nl-BE" sz="4000" b="1" dirty="0" err="1"/>
              <a:t>fortunately-unfortunately</a:t>
            </a:r>
            <a:r>
              <a:rPr lang="nl-BE" sz="4000" b="1" dirty="0"/>
              <a:t> methode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35183BF-D488-DDE3-5577-8D34570C30AB}"/>
              </a:ext>
            </a:extLst>
          </p:cNvPr>
          <p:cNvSpPr txBox="1"/>
          <p:nvPr/>
        </p:nvSpPr>
        <p:spPr>
          <a:xfrm>
            <a:off x="430306" y="1192306"/>
            <a:ext cx="9529532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Uit improvisatietheater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Verhaalstructuur met afwisselend </a:t>
            </a:r>
            <a:r>
              <a:rPr lang="nl-BE" sz="2400" dirty="0" err="1"/>
              <a:t>fortunate</a:t>
            </a:r>
            <a:r>
              <a:rPr lang="nl-BE" sz="2400" dirty="0"/>
              <a:t> en </a:t>
            </a:r>
            <a:r>
              <a:rPr lang="nl-BE" sz="2400" dirty="0" err="1"/>
              <a:t>unfortunate</a:t>
            </a:r>
            <a:endParaRPr lang="nl-B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Fortuntate</a:t>
            </a:r>
            <a:r>
              <a:rPr lang="nl-BE" sz="2000" dirty="0"/>
              <a:t>: een oplossing/positief punt/mitigatie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Unfortunate</a:t>
            </a:r>
            <a:r>
              <a:rPr lang="nl-BE" sz="2000" dirty="0"/>
              <a:t>: probleem/negatief punt/risico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Bouwt steeds verder uit eerdere punten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Maakt in teamcontext werken makkelijker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Breekt complexiteit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Hulp bij verborgen risico’s zichtbaar te maken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Resulteert dus in een boomstructuur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Simpel voorbeeld: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i="1" dirty="0"/>
              <a:t>“We willen een veilige IT-infrastructuur onderhouden.”</a:t>
            </a:r>
            <a:r>
              <a:rPr lang="nl-BE" sz="2000" dirty="0"/>
              <a:t> (</a:t>
            </a:r>
            <a:r>
              <a:rPr lang="nl-BE" sz="2000" dirty="0" err="1"/>
              <a:t>fortunate</a:t>
            </a:r>
            <a:r>
              <a:rPr lang="nl-BE" sz="2000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i="1" dirty="0"/>
              <a:t>“</a:t>
            </a:r>
            <a:r>
              <a:rPr lang="nl-BE" sz="2000" i="1" dirty="0" err="1"/>
              <a:t>Unfortunately</a:t>
            </a:r>
            <a:r>
              <a:rPr lang="nl-BE" sz="2000" i="1" dirty="0"/>
              <a:t>, er zijn cyberdreigingen en kwetsbaarheden.”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“</a:t>
            </a:r>
            <a:r>
              <a:rPr lang="nl-BE" sz="2000" i="1" dirty="0" err="1"/>
              <a:t>Fortunately</a:t>
            </a:r>
            <a:r>
              <a:rPr lang="nl-BE" sz="2000" i="1" dirty="0"/>
              <a:t>, we kunnen firewalls en detectiesystemen inzetten.”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i="1" dirty="0"/>
              <a:t>“</a:t>
            </a:r>
            <a:r>
              <a:rPr lang="nl-BE" sz="2000" i="1" dirty="0" err="1"/>
              <a:t>Unfortunately</a:t>
            </a:r>
            <a:r>
              <a:rPr lang="nl-BE" sz="2000" i="1" dirty="0"/>
              <a:t>, deze systemen kunnen falen of verkeerd geconfigureerd zijn.”</a:t>
            </a:r>
          </a:p>
        </p:txBody>
      </p:sp>
    </p:spTree>
    <p:extLst>
      <p:ext uri="{BB962C8B-B14F-4D97-AF65-F5344CB8AC3E}">
        <p14:creationId xmlns:p14="http://schemas.microsoft.com/office/powerpoint/2010/main" val="243385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1B7F-800F-2F61-E530-90795A94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2B0E671C-9EE5-EA15-5E5F-2BECCE48047E}"/>
              </a:ext>
            </a:extLst>
          </p:cNvPr>
          <p:cNvSpPr txBox="1"/>
          <p:nvPr/>
        </p:nvSpPr>
        <p:spPr>
          <a:xfrm>
            <a:off x="430306" y="394447"/>
            <a:ext cx="46318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b="1" dirty="0"/>
              <a:t>Features bij de tool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AC06940-02E1-552D-1001-1BF365B89435}"/>
              </a:ext>
            </a:extLst>
          </p:cNvPr>
          <p:cNvSpPr txBox="1"/>
          <p:nvPr/>
        </p:nvSpPr>
        <p:spPr>
          <a:xfrm>
            <a:off x="430306" y="1192306"/>
            <a:ext cx="833164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Onderzoek naar tree opbouw/visualisatie methode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Ook gebruikt voor de versie zonder optimalisatie naar de methode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Duidelijke aanduiding van </a:t>
            </a:r>
            <a:r>
              <a:rPr lang="nl-BE" sz="2400" dirty="0" err="1"/>
              <a:t>fortunate</a:t>
            </a:r>
            <a:r>
              <a:rPr lang="nl-BE" sz="2400" dirty="0"/>
              <a:t> en </a:t>
            </a:r>
            <a:r>
              <a:rPr lang="nl-BE" sz="2400" dirty="0" err="1"/>
              <a:t>unfortunate</a:t>
            </a:r>
            <a:r>
              <a:rPr lang="nl-BE" sz="2400" dirty="0"/>
              <a:t> </a:t>
            </a:r>
            <a:r>
              <a:rPr lang="nl-BE" sz="2400" dirty="0" err="1"/>
              <a:t>nodes</a:t>
            </a:r>
            <a:endParaRPr lang="nl-B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Fortunate</a:t>
            </a:r>
            <a:r>
              <a:rPr lang="nl-BE" sz="2000" dirty="0"/>
              <a:t>: groene </a:t>
            </a:r>
            <a:r>
              <a:rPr lang="nl-BE" sz="2000" dirty="0" err="1"/>
              <a:t>nodes</a:t>
            </a:r>
            <a:endParaRPr lang="nl-BE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Unfortunate</a:t>
            </a:r>
            <a:r>
              <a:rPr lang="nl-BE" sz="2000" dirty="0"/>
              <a:t>: rode </a:t>
            </a:r>
            <a:r>
              <a:rPr lang="nl-BE" sz="2000" dirty="0" err="1"/>
              <a:t>nodes</a:t>
            </a:r>
            <a:endParaRPr lang="nl-BE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Automatisch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Status van node </a:t>
            </a:r>
            <a:r>
              <a:rPr lang="nl-BE" sz="2400" dirty="0" err="1"/>
              <a:t>adhv</a:t>
            </a:r>
            <a:r>
              <a:rPr lang="nl-BE" sz="2400" dirty="0"/>
              <a:t> </a:t>
            </a:r>
            <a:r>
              <a:rPr lang="nl-BE" sz="2400" dirty="0" err="1"/>
              <a:t>icons</a:t>
            </a:r>
            <a:endParaRPr lang="nl-B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Statusoverzicht van de node statussen (hoeveelheden)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Tab met samenvatting/filter van de statussen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Soorten: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nl-BE" dirty="0" err="1"/>
              <a:t>Weakness</a:t>
            </a:r>
            <a:r>
              <a:rPr lang="nl-BE" dirty="0"/>
              <a:t> (</a:t>
            </a:r>
            <a:r>
              <a:rPr lang="nl-BE" dirty="0" err="1"/>
              <a:t>sorted</a:t>
            </a:r>
            <a:r>
              <a:rPr lang="nl-BE" dirty="0"/>
              <a:t> op </a:t>
            </a:r>
            <a:r>
              <a:rPr lang="nl-BE" dirty="0" err="1"/>
              <a:t>dangerrating</a:t>
            </a:r>
            <a:r>
              <a:rPr lang="nl-BE" dirty="0"/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nl-BE" dirty="0" err="1"/>
              <a:t>Further</a:t>
            </a:r>
            <a:r>
              <a:rPr lang="nl-BE" dirty="0"/>
              <a:t> </a:t>
            </a:r>
            <a:r>
              <a:rPr lang="nl-BE" dirty="0" err="1"/>
              <a:t>investigation</a:t>
            </a:r>
            <a:r>
              <a:rPr lang="nl-BE" dirty="0"/>
              <a:t> (</a:t>
            </a:r>
            <a:r>
              <a:rPr lang="nl-BE" dirty="0" err="1"/>
              <a:t>sorted</a:t>
            </a:r>
            <a:r>
              <a:rPr lang="nl-BE" dirty="0"/>
              <a:t> op </a:t>
            </a:r>
            <a:r>
              <a:rPr lang="nl-BE" dirty="0" err="1"/>
              <a:t>dangerrating</a:t>
            </a:r>
            <a:r>
              <a:rPr lang="nl-BE"/>
              <a:t>)</a:t>
            </a:r>
            <a:endParaRPr lang="nl-BE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nl-BE" dirty="0" err="1"/>
              <a:t>Assumption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verify</a:t>
            </a:r>
            <a:endParaRPr lang="nl-BE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nl-BE" dirty="0" err="1"/>
              <a:t>Verified</a:t>
            </a:r>
            <a:r>
              <a:rPr lang="nl-BE" dirty="0"/>
              <a:t> </a:t>
            </a:r>
            <a:r>
              <a:rPr lang="nl-BE" dirty="0" err="1"/>
              <a:t>assumption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Samenvatting van een </a:t>
            </a:r>
            <a:r>
              <a:rPr lang="nl-BE" sz="2400" dirty="0" err="1"/>
              <a:t>branch</a:t>
            </a:r>
            <a:r>
              <a:rPr lang="nl-BE" sz="2400" dirty="0"/>
              <a:t> (root -&gt; node)</a:t>
            </a:r>
          </a:p>
        </p:txBody>
      </p:sp>
    </p:spTree>
    <p:extLst>
      <p:ext uri="{BB962C8B-B14F-4D97-AF65-F5344CB8AC3E}">
        <p14:creationId xmlns:p14="http://schemas.microsoft.com/office/powerpoint/2010/main" val="300261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182F-CE7B-B371-D7DD-2238073C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3688AF9F-019F-C631-9AE7-FB9BAE975970}"/>
              </a:ext>
            </a:extLst>
          </p:cNvPr>
          <p:cNvSpPr txBox="1"/>
          <p:nvPr/>
        </p:nvSpPr>
        <p:spPr>
          <a:xfrm>
            <a:off x="430306" y="394447"/>
            <a:ext cx="5204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b="1" dirty="0"/>
              <a:t>Gebruikersonderzoek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991D581-4BA7-2FBA-F9F7-744186EEE938}"/>
              </a:ext>
            </a:extLst>
          </p:cNvPr>
          <p:cNvSpPr txBox="1"/>
          <p:nvPr/>
        </p:nvSpPr>
        <p:spPr>
          <a:xfrm>
            <a:off x="430306" y="1192306"/>
            <a:ext cx="825046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Testen van versie met feature tegen versie zonder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Adhv</a:t>
            </a:r>
            <a:r>
              <a:rPr lang="nl-BE" sz="2400" dirty="0"/>
              <a:t> een verhaal dat users toelaat zelf op zoek te gaan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Meten: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Efficientie</a:t>
            </a:r>
            <a:endParaRPr lang="nl-BE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Gebruiksvriendelijkheid -&gt; duidelijkheid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Fouten in de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SUS-score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Survey naar het gebruik en ontbrekende features, …</a:t>
            </a:r>
          </a:p>
        </p:txBody>
      </p:sp>
    </p:spTree>
    <p:extLst>
      <p:ext uri="{BB962C8B-B14F-4D97-AF65-F5344CB8AC3E}">
        <p14:creationId xmlns:p14="http://schemas.microsoft.com/office/powerpoint/2010/main" val="98779778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251</Words>
  <Application>Microsoft Office PowerPoint</Application>
  <PresentationFormat>Breedbeeld</PresentationFormat>
  <Paragraphs>47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 Gielkens</dc:creator>
  <cp:lastModifiedBy>M G</cp:lastModifiedBy>
  <cp:revision>1</cp:revision>
  <dcterms:created xsi:type="dcterms:W3CDTF">2025-11-20T20:21:33Z</dcterms:created>
  <dcterms:modified xsi:type="dcterms:W3CDTF">2025-11-21T13:17:56Z</dcterms:modified>
</cp:coreProperties>
</file>